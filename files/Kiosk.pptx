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63" r:id="rId4"/>
    <p:sldId id="264" r:id="rId5"/>
    <p:sldId id="277" r:id="rId6"/>
    <p:sldId id="276" r:id="rId7"/>
    <p:sldId id="258" r:id="rId8"/>
    <p:sldId id="259" r:id="rId9"/>
    <p:sldId id="260" r:id="rId10"/>
    <p:sldId id="261" r:id="rId11"/>
    <p:sldId id="262" r:id="rId12"/>
    <p:sldId id="265" r:id="rId13"/>
    <p:sldId id="266" r:id="rId14"/>
    <p:sldId id="280" r:id="rId15"/>
    <p:sldId id="267" r:id="rId16"/>
    <p:sldId id="268" r:id="rId17"/>
    <p:sldId id="269" r:id="rId18"/>
    <p:sldId id="278" r:id="rId19"/>
    <p:sldId id="27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8B37D-B51C-1341-1B26-33CC827876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249A02-1590-6F64-9A0D-A1F23E2735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2FF3DD-3A1A-7E32-D33C-A7953B8EB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2E09D-8DE3-41D7-9214-B32549D78E51}" type="datetimeFigureOut">
              <a:rPr lang="en-MY" smtClean="0"/>
              <a:t>18/1/2024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2F11A3-D9EC-B659-E24E-3ECB42F2D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D436EF-A7CA-F2CC-6AFF-606B90D2F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E350B-139E-4144-A416-23CA13BDAC1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773973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B534E-0C2D-A20B-20F1-AA09C52C6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EC3ED-3C7D-EE8A-311A-8DECC7C031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05FD18-9FD2-589F-7333-0BD410494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2E09D-8DE3-41D7-9214-B32549D78E51}" type="datetimeFigureOut">
              <a:rPr lang="en-MY" smtClean="0"/>
              <a:t>18/1/2024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7F6B11-CAAD-5B73-30CF-17EC26170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331405-37BB-1B1D-89C4-8540DCA34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E350B-139E-4144-A416-23CA13BDAC1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18568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C1E23-7E55-AB32-81B2-12EFFC5CE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4A9DB6-1DDD-91D9-5F79-5331D16A5E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9FDF1D-AD6F-E75F-B5B6-1F26F07C2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2E09D-8DE3-41D7-9214-B32549D78E51}" type="datetimeFigureOut">
              <a:rPr lang="en-MY" smtClean="0"/>
              <a:t>18/1/2024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57C0DD-542A-A0F9-744D-2245B77D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5DD054-296F-225D-EAA9-F2D7FFE2E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E350B-139E-4144-A416-23CA13BDAC1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67119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AF10D-06E1-4B0B-0BFB-B817A2176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A2EF83-C5B6-5C88-462A-6505F7FAA6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82961F-FC6E-359A-29F3-B06946BD58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E7BA-4B6F-E8AB-21A1-20046F740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2E09D-8DE3-41D7-9214-B32549D78E51}" type="datetimeFigureOut">
              <a:rPr lang="en-MY" smtClean="0"/>
              <a:t>18/1/2024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EDA3D-B74F-B95E-6014-8A17F8B6E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D2A56C-4949-3CB5-585A-A436D8A08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E350B-139E-4144-A416-23CA13BDAC1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72669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0ECE1-8EFA-CCF7-4999-B56AAF2F1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751595-05CE-2AC2-3FAA-C798EFBB3A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E484C4-9759-32DC-40F6-E3C2D25F2E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81DB78-9290-A045-7F21-802764B7DB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0332E6-5351-58D5-57E7-C369BAA509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3BEE4C-E2B7-589A-CEDE-C6C61D5AD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2E09D-8DE3-41D7-9214-B32549D78E51}" type="datetimeFigureOut">
              <a:rPr lang="en-MY" smtClean="0"/>
              <a:t>18/1/2024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01A071-EBB0-1F18-1313-3561F3711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CF9BFB-4183-2ED3-16B1-2A1AFEC92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E350B-139E-4144-A416-23CA13BDAC1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710177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775E8-AAE5-DCB9-2A51-66FEEA817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308D8E-C88F-EC66-EFB8-CAA677EFD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2E09D-8DE3-41D7-9214-B32549D78E51}" type="datetimeFigureOut">
              <a:rPr lang="en-MY" smtClean="0"/>
              <a:t>18/1/2024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97770E-DDC7-0233-A560-5C163A5D2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63BC55-A58D-E38B-3AD6-DB4656A35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E350B-139E-4144-A416-23CA13BDAC1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27168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DA245C-806F-49ED-68A5-E6F0E4EF2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2E09D-8DE3-41D7-9214-B32549D78E51}" type="datetimeFigureOut">
              <a:rPr lang="en-MY" smtClean="0"/>
              <a:t>18/1/2024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9F556C-68DC-7CF4-D495-CD774EEA7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941BD0-1B81-71D6-006D-A45553200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E350B-139E-4144-A416-23CA13BDAC1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88838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119E7-7E30-5811-A2F7-C091EC3A3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3147C-952B-289C-9A1F-9328D42A8D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ECF3C5-1568-DE2F-7294-416737026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C54175-B51F-6A82-DCC0-6406856D8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2E09D-8DE3-41D7-9214-B32549D78E51}" type="datetimeFigureOut">
              <a:rPr lang="en-MY" smtClean="0"/>
              <a:t>18/1/2024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9FEFB6-54FD-7D33-29EC-6BE377786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6AC343-B22A-53EA-1F59-6FD59B269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E350B-139E-4144-A416-23CA13BDAC1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409863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59DE3-7014-3A52-5E6F-BF2A4DF92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3D83D3-0883-ECF2-3A01-ED7DABFDA6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A28F95-88FA-A560-7549-251D0C0E5D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D1C041-6884-80D6-8045-1A939F439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2E09D-8DE3-41D7-9214-B32549D78E51}" type="datetimeFigureOut">
              <a:rPr lang="en-MY" smtClean="0"/>
              <a:t>18/1/2024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4E2AE6-B9B2-5917-BAF8-C6CBC121F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113015-154B-18D0-F488-C69DD93BD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E350B-139E-4144-A416-23CA13BDAC1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149803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18E63-0F6B-CDE8-31F4-86C9FA89F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5E57C8-74BE-22CE-A510-9C971E3D56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6B465D-DC21-29CC-6640-787995E52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2E09D-8DE3-41D7-9214-B32549D78E51}" type="datetimeFigureOut">
              <a:rPr lang="en-MY" smtClean="0"/>
              <a:t>18/1/2024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1C968-C452-7332-B417-EF1AD62E5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6E684-78B4-149A-F6C8-66221DC79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E350B-139E-4144-A416-23CA13BDAC1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57202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720849-0095-AC67-1F07-7898FA7DB1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96A295-A2ED-DD17-C5B4-E161B78FB3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994C1E-75F7-8815-7EFD-C32FC7EC6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2E09D-8DE3-41D7-9214-B32549D78E51}" type="datetimeFigureOut">
              <a:rPr lang="en-MY" smtClean="0"/>
              <a:t>18/1/2024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AEAE51-7E33-8838-10F3-86CE208BD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8AE7B5-6EF7-1A8E-36AA-F82F47C16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E350B-139E-4144-A416-23CA13BDAC1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498139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ED3D04-770E-955B-17DC-91FE1EA5B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7385F0-B580-F9EC-4F34-637E15931F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1C5272-7E17-969D-81CF-E4385E1AD6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C2E09D-8DE3-41D7-9214-B32549D78E51}" type="datetimeFigureOut">
              <a:rPr lang="en-MY" smtClean="0"/>
              <a:t>18/1/2024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C48FA3-86ED-1305-836C-C70F2067B5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121D4F-A0AF-73A4-2CC6-E148C70377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EE350B-139E-4144-A416-23CA13BDAC1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668034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8BDA76-8F58-725D-1A23-2A8DBF487B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1965" y="0"/>
            <a:ext cx="9128069" cy="6858000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D098C3F-B1B5-C1D3-4041-5F34B809E283}"/>
              </a:ext>
            </a:extLst>
          </p:cNvPr>
          <p:cNvCxnSpPr>
            <a:cxnSpLocks/>
          </p:cNvCxnSpPr>
          <p:nvPr/>
        </p:nvCxnSpPr>
        <p:spPr>
          <a:xfrm flipV="1">
            <a:off x="2649894" y="5243804"/>
            <a:ext cx="653143" cy="6210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Box 2">
            <a:extLst>
              <a:ext uri="{FF2B5EF4-FFF2-40B4-BE49-F238E27FC236}">
                <a16:creationId xmlns:a16="http://schemas.microsoft.com/office/drawing/2014/main" id="{BC013C47-B574-7799-4BFD-5B6529CA680B}"/>
              </a:ext>
            </a:extLst>
          </p:cNvPr>
          <p:cNvSpPr txBox="1"/>
          <p:nvPr/>
        </p:nvSpPr>
        <p:spPr>
          <a:xfrm>
            <a:off x="1737238" y="5864813"/>
            <a:ext cx="1827055" cy="331470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Go to supplier login page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n w="9525" cap="rnd" cmpd="sng" algn="ctr">
                  <a:solidFill>
                    <a:srgbClr val="000000"/>
                  </a:solidFill>
                  <a:prstDash val="solid"/>
                  <a:beve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6861FD9-79F7-3848-19C7-28FE597B9E79}"/>
              </a:ext>
            </a:extLst>
          </p:cNvPr>
          <p:cNvCxnSpPr>
            <a:cxnSpLocks/>
          </p:cNvCxnSpPr>
          <p:nvPr/>
        </p:nvCxnSpPr>
        <p:spPr>
          <a:xfrm flipH="1" flipV="1">
            <a:off x="4682222" y="5243804"/>
            <a:ext cx="116823" cy="6210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Box 2">
            <a:extLst>
              <a:ext uri="{FF2B5EF4-FFF2-40B4-BE49-F238E27FC236}">
                <a16:creationId xmlns:a16="http://schemas.microsoft.com/office/drawing/2014/main" id="{02D12034-4FE7-7B5E-7329-81E9251F78BE}"/>
              </a:ext>
            </a:extLst>
          </p:cNvPr>
          <p:cNvSpPr txBox="1"/>
          <p:nvPr/>
        </p:nvSpPr>
        <p:spPr>
          <a:xfrm>
            <a:off x="3886389" y="5864813"/>
            <a:ext cx="1827055" cy="331470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Go to supplier login page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n w="9525" cap="rnd" cmpd="sng" algn="ctr">
                  <a:solidFill>
                    <a:srgbClr val="000000"/>
                  </a:solidFill>
                  <a:prstDash val="solid"/>
                  <a:beve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ADD7EA8-5CBD-F7D7-52B8-8D5BBAD0C8EB}"/>
              </a:ext>
            </a:extLst>
          </p:cNvPr>
          <p:cNvCxnSpPr>
            <a:cxnSpLocks/>
          </p:cNvCxnSpPr>
          <p:nvPr/>
        </p:nvCxnSpPr>
        <p:spPr>
          <a:xfrm flipH="1" flipV="1">
            <a:off x="7764435" y="5243804"/>
            <a:ext cx="116823" cy="6210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Box 2">
            <a:extLst>
              <a:ext uri="{FF2B5EF4-FFF2-40B4-BE49-F238E27FC236}">
                <a16:creationId xmlns:a16="http://schemas.microsoft.com/office/drawing/2014/main" id="{4D52EA62-7438-DD14-6A86-4215C9007E64}"/>
              </a:ext>
            </a:extLst>
          </p:cNvPr>
          <p:cNvSpPr txBox="1"/>
          <p:nvPr/>
        </p:nvSpPr>
        <p:spPr>
          <a:xfrm>
            <a:off x="6968602" y="5864813"/>
            <a:ext cx="1827055" cy="331470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Go to staff login page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n w="9525" cap="rnd" cmpd="sng" algn="ctr">
                  <a:solidFill>
                    <a:srgbClr val="000000"/>
                  </a:solidFill>
                  <a:prstDash val="solid"/>
                  <a:beve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8695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5FA9CDF5-501F-A648-910A-CFF958D1AD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7543" y="0"/>
            <a:ext cx="9209313" cy="6858000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F685794-A50C-F91F-4083-5A3CC7597076}"/>
              </a:ext>
            </a:extLst>
          </p:cNvPr>
          <p:cNvCxnSpPr>
            <a:cxnSpLocks/>
          </p:cNvCxnSpPr>
          <p:nvPr/>
        </p:nvCxnSpPr>
        <p:spPr>
          <a:xfrm flipH="1" flipV="1">
            <a:off x="6578082" y="3124199"/>
            <a:ext cx="1924438" cy="28194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Box 2">
            <a:extLst>
              <a:ext uri="{FF2B5EF4-FFF2-40B4-BE49-F238E27FC236}">
                <a16:creationId xmlns:a16="http://schemas.microsoft.com/office/drawing/2014/main" id="{7A8C1464-58AC-480E-FF3C-FE6F83AD7ADB}"/>
              </a:ext>
            </a:extLst>
          </p:cNvPr>
          <p:cNvSpPr txBox="1"/>
          <p:nvPr/>
        </p:nvSpPr>
        <p:spPr>
          <a:xfrm>
            <a:off x="7824340" y="3169919"/>
            <a:ext cx="2699282" cy="281941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Prompt user when not fulfil requirement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n w="9525" cap="rnd" cmpd="sng" algn="ctr">
                  <a:solidFill>
                    <a:srgbClr val="000000"/>
                  </a:solidFill>
                  <a:prstDash val="solid"/>
                  <a:beve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A3CB195-2147-4A9A-A675-5878D1262782}"/>
              </a:ext>
            </a:extLst>
          </p:cNvPr>
          <p:cNvCxnSpPr>
            <a:cxnSpLocks/>
          </p:cNvCxnSpPr>
          <p:nvPr/>
        </p:nvCxnSpPr>
        <p:spPr>
          <a:xfrm flipH="1" flipV="1">
            <a:off x="6578082" y="4265644"/>
            <a:ext cx="1924438" cy="28194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 Box 2">
            <a:extLst>
              <a:ext uri="{FF2B5EF4-FFF2-40B4-BE49-F238E27FC236}">
                <a16:creationId xmlns:a16="http://schemas.microsoft.com/office/drawing/2014/main" id="{B1443DF6-6A6C-2E29-9073-6461DE545DFD}"/>
              </a:ext>
            </a:extLst>
          </p:cNvPr>
          <p:cNvSpPr txBox="1"/>
          <p:nvPr/>
        </p:nvSpPr>
        <p:spPr>
          <a:xfrm>
            <a:off x="7824340" y="4311364"/>
            <a:ext cx="2699282" cy="281941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Prompt user when not fulfil requirement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n w="9525" cap="rnd" cmpd="sng" algn="ctr">
                  <a:solidFill>
                    <a:srgbClr val="000000"/>
                  </a:solidFill>
                  <a:prstDash val="solid"/>
                  <a:beve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56B44A1-2C72-D305-0A60-69BA6D0CC6E2}"/>
              </a:ext>
            </a:extLst>
          </p:cNvPr>
          <p:cNvCxnSpPr>
            <a:cxnSpLocks/>
          </p:cNvCxnSpPr>
          <p:nvPr/>
        </p:nvCxnSpPr>
        <p:spPr>
          <a:xfrm>
            <a:off x="2403411" y="2505036"/>
            <a:ext cx="2560475" cy="3314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 Box 2">
            <a:extLst>
              <a:ext uri="{FF2B5EF4-FFF2-40B4-BE49-F238E27FC236}">
                <a16:creationId xmlns:a16="http://schemas.microsoft.com/office/drawing/2014/main" id="{70EEE104-490F-9A51-FEF0-14D044ACE55E}"/>
              </a:ext>
            </a:extLst>
          </p:cNvPr>
          <p:cNvSpPr txBox="1"/>
          <p:nvPr/>
        </p:nvSpPr>
        <p:spPr>
          <a:xfrm>
            <a:off x="1705701" y="2356503"/>
            <a:ext cx="1438716" cy="331470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Supplier username 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n w="9525" cap="rnd" cmpd="sng" algn="ctr">
                  <a:solidFill>
                    <a:srgbClr val="000000"/>
                  </a:solidFill>
                  <a:prstDash val="solid"/>
                  <a:beve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61731EA-E97D-F498-59BC-FD0E1431C956}"/>
              </a:ext>
            </a:extLst>
          </p:cNvPr>
          <p:cNvCxnSpPr>
            <a:cxnSpLocks/>
          </p:cNvCxnSpPr>
          <p:nvPr/>
        </p:nvCxnSpPr>
        <p:spPr>
          <a:xfrm>
            <a:off x="2403411" y="3451860"/>
            <a:ext cx="2560475" cy="4856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 Box 2">
            <a:extLst>
              <a:ext uri="{FF2B5EF4-FFF2-40B4-BE49-F238E27FC236}">
                <a16:creationId xmlns:a16="http://schemas.microsoft.com/office/drawing/2014/main" id="{719CE8A1-3895-7D39-32DE-FE71207EDAEF}"/>
              </a:ext>
            </a:extLst>
          </p:cNvPr>
          <p:cNvSpPr txBox="1"/>
          <p:nvPr/>
        </p:nvSpPr>
        <p:spPr>
          <a:xfrm>
            <a:off x="1705701" y="3464631"/>
            <a:ext cx="1933238" cy="331469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Supplier username password 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n w="9525" cap="rnd" cmpd="sng" algn="ctr">
                  <a:solidFill>
                    <a:srgbClr val="000000"/>
                  </a:solidFill>
                  <a:prstDash val="solid"/>
                  <a:beve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195B1D4-F0A0-3BAA-7926-E7D2393269B2}"/>
              </a:ext>
            </a:extLst>
          </p:cNvPr>
          <p:cNvCxnSpPr>
            <a:cxnSpLocks/>
          </p:cNvCxnSpPr>
          <p:nvPr/>
        </p:nvCxnSpPr>
        <p:spPr>
          <a:xfrm flipV="1">
            <a:off x="3461657" y="4977649"/>
            <a:ext cx="2267339" cy="5087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 Box 2">
            <a:extLst>
              <a:ext uri="{FF2B5EF4-FFF2-40B4-BE49-F238E27FC236}">
                <a16:creationId xmlns:a16="http://schemas.microsoft.com/office/drawing/2014/main" id="{8041D899-7A57-80EF-9756-28D34057D0B2}"/>
              </a:ext>
            </a:extLst>
          </p:cNvPr>
          <p:cNvSpPr txBox="1"/>
          <p:nvPr/>
        </p:nvSpPr>
        <p:spPr>
          <a:xfrm>
            <a:off x="1940767" y="5232024"/>
            <a:ext cx="2132946" cy="331469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Proceed to supplier information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n w="9525" cap="rnd" cmpd="sng" algn="ctr">
                  <a:solidFill>
                    <a:srgbClr val="000000"/>
                  </a:solidFill>
                  <a:prstDash val="solid"/>
                  <a:beve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A2EAFE-AA96-AF71-0FC4-A3CC7C9DFE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8593" y="896929"/>
            <a:ext cx="541067" cy="594412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3CCFDEC-BEDF-8B24-CC3C-922D376BEC60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3767958" y="1251108"/>
            <a:ext cx="4516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Box 2">
            <a:extLst>
              <a:ext uri="{FF2B5EF4-FFF2-40B4-BE49-F238E27FC236}">
                <a16:creationId xmlns:a16="http://schemas.microsoft.com/office/drawing/2014/main" id="{30B46EB4-C2D8-7D6B-CF0C-254E4586F4D6}"/>
              </a:ext>
            </a:extLst>
          </p:cNvPr>
          <p:cNvSpPr txBox="1"/>
          <p:nvPr/>
        </p:nvSpPr>
        <p:spPr>
          <a:xfrm>
            <a:off x="2156544" y="1133436"/>
            <a:ext cx="1611414" cy="235343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Return to home page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n w="9525" cap="rnd" cmpd="sng" algn="ctr">
                  <a:solidFill>
                    <a:srgbClr val="000000"/>
                  </a:solidFill>
                  <a:prstDash val="solid"/>
                  <a:beve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9989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C7D505B-C36B-69FB-5A92-37D4C104543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750" t="13481" r="22167" b="12789"/>
          <a:stretch/>
        </p:blipFill>
        <p:spPr>
          <a:xfrm>
            <a:off x="1505621" y="243840"/>
            <a:ext cx="9422724" cy="661416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B988442-B69B-3198-29EF-52D87A298E1A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3101993" y="4702629"/>
            <a:ext cx="1143436" cy="3918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Box 2">
            <a:extLst>
              <a:ext uri="{FF2B5EF4-FFF2-40B4-BE49-F238E27FC236}">
                <a16:creationId xmlns:a16="http://schemas.microsoft.com/office/drawing/2014/main" id="{E8EFA406-5688-D295-B12B-128B9621913E}"/>
              </a:ext>
            </a:extLst>
          </p:cNvPr>
          <p:cNvSpPr txBox="1"/>
          <p:nvPr/>
        </p:nvSpPr>
        <p:spPr>
          <a:xfrm>
            <a:off x="2502560" y="4459313"/>
            <a:ext cx="1198866" cy="243316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Supplier </a:t>
            </a:r>
            <a:r>
              <a:rPr lang="en-MY" sz="1100" kern="1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MY" sz="11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ddress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799AB88-39F5-EF2B-5CB5-02D9193F91A6}"/>
              </a:ext>
            </a:extLst>
          </p:cNvPr>
          <p:cNvCxnSpPr>
            <a:cxnSpLocks/>
            <a:stCxn id="14" idx="2"/>
          </p:cNvCxnSpPr>
          <p:nvPr/>
        </p:nvCxnSpPr>
        <p:spPr>
          <a:xfrm>
            <a:off x="2565919" y="5780314"/>
            <a:ext cx="1374710" cy="3918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Box 2">
            <a:extLst>
              <a:ext uri="{FF2B5EF4-FFF2-40B4-BE49-F238E27FC236}">
                <a16:creationId xmlns:a16="http://schemas.microsoft.com/office/drawing/2014/main" id="{A9DF7203-7509-C934-1C04-61D23A452746}"/>
              </a:ext>
            </a:extLst>
          </p:cNvPr>
          <p:cNvSpPr txBox="1"/>
          <p:nvPr/>
        </p:nvSpPr>
        <p:spPr>
          <a:xfrm>
            <a:off x="1716833" y="5536998"/>
            <a:ext cx="1698171" cy="243316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Supplier address postcode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BDEE862-8093-E44A-65D4-B57F4E4E50CC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3202238" y="3785357"/>
            <a:ext cx="1043191" cy="3176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Box 2">
            <a:extLst>
              <a:ext uri="{FF2B5EF4-FFF2-40B4-BE49-F238E27FC236}">
                <a16:creationId xmlns:a16="http://schemas.microsoft.com/office/drawing/2014/main" id="{A7F1F9FA-5475-5549-E54F-2C416E33DC35}"/>
              </a:ext>
            </a:extLst>
          </p:cNvPr>
          <p:cNvSpPr txBox="1"/>
          <p:nvPr/>
        </p:nvSpPr>
        <p:spPr>
          <a:xfrm>
            <a:off x="2656397" y="3542041"/>
            <a:ext cx="1091681" cy="243316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Supplier name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BEAA5AC-0EBC-B909-D862-7DCA2F1C60BF}"/>
              </a:ext>
            </a:extLst>
          </p:cNvPr>
          <p:cNvCxnSpPr>
            <a:cxnSpLocks/>
            <a:stCxn id="23" idx="2"/>
          </p:cNvCxnSpPr>
          <p:nvPr/>
        </p:nvCxnSpPr>
        <p:spPr>
          <a:xfrm flipH="1">
            <a:off x="9224731" y="3429000"/>
            <a:ext cx="1009898" cy="2296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Box 2">
            <a:extLst>
              <a:ext uri="{FF2B5EF4-FFF2-40B4-BE49-F238E27FC236}">
                <a16:creationId xmlns:a16="http://schemas.microsoft.com/office/drawing/2014/main" id="{2670DA59-1E27-396C-511E-FED7080084A9}"/>
              </a:ext>
            </a:extLst>
          </p:cNvPr>
          <p:cNvSpPr txBox="1"/>
          <p:nvPr/>
        </p:nvSpPr>
        <p:spPr>
          <a:xfrm>
            <a:off x="9359742" y="3172042"/>
            <a:ext cx="1749773" cy="256958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Supplier telephone number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092F67C-6F15-0B53-7BB4-754A4AE7DF0C}"/>
              </a:ext>
            </a:extLst>
          </p:cNvPr>
          <p:cNvCxnSpPr>
            <a:cxnSpLocks/>
            <a:stCxn id="18" idx="0"/>
          </p:cNvCxnSpPr>
          <p:nvPr/>
        </p:nvCxnSpPr>
        <p:spPr>
          <a:xfrm flipV="1">
            <a:off x="3202238" y="2808514"/>
            <a:ext cx="1481729" cy="7335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06E467E-70E9-0F5D-4B20-C512C92F84FA}"/>
              </a:ext>
            </a:extLst>
          </p:cNvPr>
          <p:cNvCxnSpPr>
            <a:cxnSpLocks/>
            <a:stCxn id="33" idx="2"/>
          </p:cNvCxnSpPr>
          <p:nvPr/>
        </p:nvCxnSpPr>
        <p:spPr>
          <a:xfrm flipH="1" flipV="1">
            <a:off x="5444695" y="3079102"/>
            <a:ext cx="1088605" cy="54028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Box 2">
            <a:extLst>
              <a:ext uri="{FF2B5EF4-FFF2-40B4-BE49-F238E27FC236}">
                <a16:creationId xmlns:a16="http://schemas.microsoft.com/office/drawing/2014/main" id="{420808DE-DB82-A83D-5014-19E1D4508D4B}"/>
              </a:ext>
            </a:extLst>
          </p:cNvPr>
          <p:cNvSpPr txBox="1"/>
          <p:nvPr/>
        </p:nvSpPr>
        <p:spPr>
          <a:xfrm>
            <a:off x="5658413" y="3362425"/>
            <a:ext cx="1749773" cy="256958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Allow supplier edit profile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DF62FE9-A433-6A36-DC8D-731C25E1C043}"/>
              </a:ext>
            </a:extLst>
          </p:cNvPr>
          <p:cNvCxnSpPr>
            <a:cxnSpLocks/>
            <a:stCxn id="37" idx="2"/>
          </p:cNvCxnSpPr>
          <p:nvPr/>
        </p:nvCxnSpPr>
        <p:spPr>
          <a:xfrm flipH="1">
            <a:off x="10037185" y="1309321"/>
            <a:ext cx="977920" cy="4355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Box 2">
            <a:extLst>
              <a:ext uri="{FF2B5EF4-FFF2-40B4-BE49-F238E27FC236}">
                <a16:creationId xmlns:a16="http://schemas.microsoft.com/office/drawing/2014/main" id="{39A8276C-C32A-0023-DAD4-22DDE9C5ED2C}"/>
              </a:ext>
            </a:extLst>
          </p:cNvPr>
          <p:cNvSpPr txBox="1"/>
          <p:nvPr/>
        </p:nvSpPr>
        <p:spPr>
          <a:xfrm>
            <a:off x="10140218" y="1052363"/>
            <a:ext cx="1749773" cy="256958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Supplier linked card</a:t>
            </a:r>
          </a:p>
        </p:txBody>
      </p:sp>
    </p:spTree>
    <p:extLst>
      <p:ext uri="{BB962C8B-B14F-4D97-AF65-F5344CB8AC3E}">
        <p14:creationId xmlns:p14="http://schemas.microsoft.com/office/powerpoint/2010/main" val="2529234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52B96DF-47E9-D8AF-C01C-4F777314CC6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750" t="15646" r="22167" b="6223"/>
          <a:stretch/>
        </p:blipFill>
        <p:spPr>
          <a:xfrm>
            <a:off x="1494197" y="11922"/>
            <a:ext cx="8256293" cy="6141423"/>
          </a:xfrm>
          <a:prstGeom prst="rect">
            <a:avLst/>
          </a:prstGeom>
        </p:spPr>
      </p:pic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D9F0BA24-6EBE-46E8-86CF-0CE063ABFA2D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2788440" y="1661208"/>
            <a:ext cx="1110343" cy="3918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Box 2">
            <a:extLst>
              <a:ext uri="{FF2B5EF4-FFF2-40B4-BE49-F238E27FC236}">
                <a16:creationId xmlns:a16="http://schemas.microsoft.com/office/drawing/2014/main" id="{D714A27B-8D89-F8C3-B32A-71EBE602C267}"/>
              </a:ext>
            </a:extLst>
          </p:cNvPr>
          <p:cNvSpPr txBox="1"/>
          <p:nvPr/>
        </p:nvSpPr>
        <p:spPr>
          <a:xfrm>
            <a:off x="1696758" y="1417893"/>
            <a:ext cx="2183363" cy="243315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Graph of m</a:t>
            </a:r>
            <a:r>
              <a:rPr lang="en-MY" sz="11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onthly analysis for food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849A27B-EAB3-BE5C-2404-A1E37F39F7C2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2654302" y="4180114"/>
            <a:ext cx="1167740" cy="77444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Box 2">
            <a:extLst>
              <a:ext uri="{FF2B5EF4-FFF2-40B4-BE49-F238E27FC236}">
                <a16:creationId xmlns:a16="http://schemas.microsoft.com/office/drawing/2014/main" id="{48C205F0-0AC3-5896-3C44-1D8EC52F68B2}"/>
              </a:ext>
            </a:extLst>
          </p:cNvPr>
          <p:cNvSpPr txBox="1"/>
          <p:nvPr/>
        </p:nvSpPr>
        <p:spPr>
          <a:xfrm>
            <a:off x="1955920" y="3936799"/>
            <a:ext cx="1396764" cy="243315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Shows </a:t>
            </a:r>
            <a:r>
              <a:rPr lang="en-MY" sz="1100" kern="1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sales profit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AB424F1-8A0E-6A1C-10A2-1AEFDDAF6872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8884553" y="4180114"/>
            <a:ext cx="865937" cy="5038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2">
            <a:extLst>
              <a:ext uri="{FF2B5EF4-FFF2-40B4-BE49-F238E27FC236}">
                <a16:creationId xmlns:a16="http://schemas.microsoft.com/office/drawing/2014/main" id="{0E6E0F5A-E84B-A161-49B0-592C0376C5AA}"/>
              </a:ext>
            </a:extLst>
          </p:cNvPr>
          <p:cNvSpPr txBox="1"/>
          <p:nvPr/>
        </p:nvSpPr>
        <p:spPr>
          <a:xfrm>
            <a:off x="8884554" y="3936799"/>
            <a:ext cx="1731872" cy="243315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Chart of type of food sales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E11BF35-6A3D-312D-1714-741311C13E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2197" y="5996830"/>
            <a:ext cx="2149026" cy="723963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CB74819-E8E7-3285-3B4D-9467BE60C627}"/>
              </a:ext>
            </a:extLst>
          </p:cNvPr>
          <p:cNvCxnSpPr>
            <a:cxnSpLocks/>
          </p:cNvCxnSpPr>
          <p:nvPr/>
        </p:nvCxnSpPr>
        <p:spPr>
          <a:xfrm>
            <a:off x="3754017" y="6195333"/>
            <a:ext cx="1517779" cy="2013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Box 2">
            <a:extLst>
              <a:ext uri="{FF2B5EF4-FFF2-40B4-BE49-F238E27FC236}">
                <a16:creationId xmlns:a16="http://schemas.microsoft.com/office/drawing/2014/main" id="{3A85CF86-6D3D-B963-5D9B-257B004FB227}"/>
              </a:ext>
            </a:extLst>
          </p:cNvPr>
          <p:cNvSpPr txBox="1"/>
          <p:nvPr/>
        </p:nvSpPr>
        <p:spPr>
          <a:xfrm>
            <a:off x="2441510" y="5975704"/>
            <a:ext cx="2178443" cy="243315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Proceed to receive payment page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9573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6E0AB0-08AD-36B7-9BC0-B5EF22CE2B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2123" y="0"/>
            <a:ext cx="5555345" cy="6839363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EA3E480-4D08-3CEE-1776-495ADEE4DFFC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2583166" y="2743021"/>
            <a:ext cx="878491" cy="3080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Box 2">
            <a:extLst>
              <a:ext uri="{FF2B5EF4-FFF2-40B4-BE49-F238E27FC236}">
                <a16:creationId xmlns:a16="http://schemas.microsoft.com/office/drawing/2014/main" id="{E3565494-1D1A-4109-5BAE-F2D4CAD9A3AD}"/>
              </a:ext>
            </a:extLst>
          </p:cNvPr>
          <p:cNvSpPr txBox="1"/>
          <p:nvPr/>
        </p:nvSpPr>
        <p:spPr>
          <a:xfrm>
            <a:off x="1222310" y="2593551"/>
            <a:ext cx="1360856" cy="298939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en-MY" sz="11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upplier Address 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32ABC37-7B35-D0C4-E749-A290856D188B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2583166" y="1763307"/>
            <a:ext cx="878491" cy="3080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Box 2">
            <a:extLst>
              <a:ext uri="{FF2B5EF4-FFF2-40B4-BE49-F238E27FC236}">
                <a16:creationId xmlns:a16="http://schemas.microsoft.com/office/drawing/2014/main" id="{8754D4EA-6954-FA21-0F29-C6A8B4256939}"/>
              </a:ext>
            </a:extLst>
          </p:cNvPr>
          <p:cNvSpPr txBox="1"/>
          <p:nvPr/>
        </p:nvSpPr>
        <p:spPr>
          <a:xfrm>
            <a:off x="1362269" y="1613837"/>
            <a:ext cx="1220897" cy="298939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en-MY" sz="11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upplier Name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2880D19-1614-9B05-134B-0156651A4FC1}"/>
              </a:ext>
            </a:extLst>
          </p:cNvPr>
          <p:cNvCxnSpPr>
            <a:cxnSpLocks/>
          </p:cNvCxnSpPr>
          <p:nvPr/>
        </p:nvCxnSpPr>
        <p:spPr>
          <a:xfrm flipH="1">
            <a:off x="7979891" y="1613837"/>
            <a:ext cx="538957" cy="29893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Box 2">
            <a:extLst>
              <a:ext uri="{FF2B5EF4-FFF2-40B4-BE49-F238E27FC236}">
                <a16:creationId xmlns:a16="http://schemas.microsoft.com/office/drawing/2014/main" id="{AE2EC430-D186-AAED-2C59-654D8C32B405}"/>
              </a:ext>
            </a:extLst>
          </p:cNvPr>
          <p:cNvSpPr txBox="1"/>
          <p:nvPr/>
        </p:nvSpPr>
        <p:spPr>
          <a:xfrm>
            <a:off x="8518848" y="1473880"/>
            <a:ext cx="1782148" cy="289428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en-MY" sz="11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upplier Telephone Number 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A821D54-92D7-7F53-6973-4F5C938A4664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2583166" y="3414645"/>
            <a:ext cx="878491" cy="3080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Box 2">
            <a:extLst>
              <a:ext uri="{FF2B5EF4-FFF2-40B4-BE49-F238E27FC236}">
                <a16:creationId xmlns:a16="http://schemas.microsoft.com/office/drawing/2014/main" id="{119D7297-F2CD-1E3E-213D-90761CB8C497}"/>
              </a:ext>
            </a:extLst>
          </p:cNvPr>
          <p:cNvSpPr txBox="1"/>
          <p:nvPr/>
        </p:nvSpPr>
        <p:spPr>
          <a:xfrm>
            <a:off x="1222310" y="3265175"/>
            <a:ext cx="1360856" cy="298939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en-MY" sz="11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upplier Postcode 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1DCF13C-A0BD-1FAF-5741-BC464ADAD330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2583166" y="4893649"/>
            <a:ext cx="878491" cy="3080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Box 2">
            <a:extLst>
              <a:ext uri="{FF2B5EF4-FFF2-40B4-BE49-F238E27FC236}">
                <a16:creationId xmlns:a16="http://schemas.microsoft.com/office/drawing/2014/main" id="{0782F50F-5A32-5728-83B4-B58DFFF2964C}"/>
              </a:ext>
            </a:extLst>
          </p:cNvPr>
          <p:cNvSpPr txBox="1"/>
          <p:nvPr/>
        </p:nvSpPr>
        <p:spPr>
          <a:xfrm>
            <a:off x="662474" y="4744179"/>
            <a:ext cx="1920692" cy="298939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Supplier Debit Card Number 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9EA97EF-EDCA-A664-69FF-2CDB488C3972}"/>
              </a:ext>
            </a:extLst>
          </p:cNvPr>
          <p:cNvCxnSpPr>
            <a:cxnSpLocks/>
            <a:stCxn id="25" idx="3"/>
          </p:cNvCxnSpPr>
          <p:nvPr/>
        </p:nvCxnSpPr>
        <p:spPr>
          <a:xfrm>
            <a:off x="2583166" y="5569848"/>
            <a:ext cx="878491" cy="30351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Box 2">
            <a:extLst>
              <a:ext uri="{FF2B5EF4-FFF2-40B4-BE49-F238E27FC236}">
                <a16:creationId xmlns:a16="http://schemas.microsoft.com/office/drawing/2014/main" id="{9587F81C-D29A-AA0A-0737-59BDFEEB7E9A}"/>
              </a:ext>
            </a:extLst>
          </p:cNvPr>
          <p:cNvSpPr txBox="1"/>
          <p:nvPr/>
        </p:nvSpPr>
        <p:spPr>
          <a:xfrm>
            <a:off x="373224" y="5415803"/>
            <a:ext cx="2209942" cy="308089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Supplier Debit Card Expiry Date  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2D99DC7-2A7F-179B-9EB7-E70697E0B718}"/>
              </a:ext>
            </a:extLst>
          </p:cNvPr>
          <p:cNvCxnSpPr>
            <a:cxnSpLocks/>
            <a:stCxn id="28" idx="1"/>
          </p:cNvCxnSpPr>
          <p:nvPr/>
        </p:nvCxnSpPr>
        <p:spPr>
          <a:xfrm flipH="1">
            <a:off x="5980922" y="5356140"/>
            <a:ext cx="688769" cy="3654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Box 2">
            <a:extLst>
              <a:ext uri="{FF2B5EF4-FFF2-40B4-BE49-F238E27FC236}">
                <a16:creationId xmlns:a16="http://schemas.microsoft.com/office/drawing/2014/main" id="{85DB68F5-4104-4304-017B-98878A319608}"/>
              </a:ext>
            </a:extLst>
          </p:cNvPr>
          <p:cNvSpPr txBox="1"/>
          <p:nvPr/>
        </p:nvSpPr>
        <p:spPr>
          <a:xfrm>
            <a:off x="6669691" y="5211426"/>
            <a:ext cx="2209942" cy="289428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Supplier Debit Card CVV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5A3B456-76D6-C2E5-ABC6-2FFD5914764D}"/>
              </a:ext>
            </a:extLst>
          </p:cNvPr>
          <p:cNvCxnSpPr>
            <a:cxnSpLocks/>
          </p:cNvCxnSpPr>
          <p:nvPr/>
        </p:nvCxnSpPr>
        <p:spPr>
          <a:xfrm flipH="1">
            <a:off x="7100596" y="6093555"/>
            <a:ext cx="569167" cy="2625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 Box 2">
            <a:extLst>
              <a:ext uri="{FF2B5EF4-FFF2-40B4-BE49-F238E27FC236}">
                <a16:creationId xmlns:a16="http://schemas.microsoft.com/office/drawing/2014/main" id="{01C38DB1-927B-BB0D-F692-C0DCF1553378}"/>
              </a:ext>
            </a:extLst>
          </p:cNvPr>
          <p:cNvSpPr txBox="1"/>
          <p:nvPr/>
        </p:nvSpPr>
        <p:spPr>
          <a:xfrm>
            <a:off x="6899984" y="5804127"/>
            <a:ext cx="1534181" cy="289428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Save the edited Profile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EDC87FD-750B-D1CF-E69F-781B9D9154FB}"/>
              </a:ext>
            </a:extLst>
          </p:cNvPr>
          <p:cNvCxnSpPr>
            <a:cxnSpLocks/>
            <a:stCxn id="39" idx="1"/>
          </p:cNvCxnSpPr>
          <p:nvPr/>
        </p:nvCxnSpPr>
        <p:spPr>
          <a:xfrm flipH="1">
            <a:off x="8434165" y="5955420"/>
            <a:ext cx="595135" cy="44140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 Box 2">
            <a:extLst>
              <a:ext uri="{FF2B5EF4-FFF2-40B4-BE49-F238E27FC236}">
                <a16:creationId xmlns:a16="http://schemas.microsoft.com/office/drawing/2014/main" id="{45FC3614-6DF4-A5B2-D96F-E53D4337FFA2}"/>
              </a:ext>
            </a:extLst>
          </p:cNvPr>
          <p:cNvSpPr txBox="1"/>
          <p:nvPr/>
        </p:nvSpPr>
        <p:spPr>
          <a:xfrm>
            <a:off x="9029300" y="5810706"/>
            <a:ext cx="3086495" cy="289428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Cancel the changes and return to supplier profile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6886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5A0804-FAA7-CBF5-7F3D-8573D25B6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2151" y="251184"/>
            <a:ext cx="8657070" cy="6355631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AF01AAA-FD1F-9F97-0C06-2E56EAE847EC}"/>
              </a:ext>
            </a:extLst>
          </p:cNvPr>
          <p:cNvCxnSpPr>
            <a:cxnSpLocks/>
            <a:stCxn id="5" idx="1"/>
          </p:cNvCxnSpPr>
          <p:nvPr/>
        </p:nvCxnSpPr>
        <p:spPr>
          <a:xfrm flipH="1" flipV="1">
            <a:off x="6680718" y="4673917"/>
            <a:ext cx="1382741" cy="1263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Box 2">
            <a:extLst>
              <a:ext uri="{FF2B5EF4-FFF2-40B4-BE49-F238E27FC236}">
                <a16:creationId xmlns:a16="http://schemas.microsoft.com/office/drawing/2014/main" id="{9BAE6491-8CD3-B329-C0C9-C3D82562ACB1}"/>
              </a:ext>
            </a:extLst>
          </p:cNvPr>
          <p:cNvSpPr txBox="1"/>
          <p:nvPr/>
        </p:nvSpPr>
        <p:spPr>
          <a:xfrm>
            <a:off x="8063459" y="4673918"/>
            <a:ext cx="1976279" cy="252646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Return to supplier profile page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9AF4F14-AF40-8854-733D-55ABA8193897}"/>
              </a:ext>
            </a:extLst>
          </p:cNvPr>
          <p:cNvCxnSpPr>
            <a:cxnSpLocks/>
          </p:cNvCxnSpPr>
          <p:nvPr/>
        </p:nvCxnSpPr>
        <p:spPr>
          <a:xfrm>
            <a:off x="3452326" y="2066370"/>
            <a:ext cx="1642188" cy="4249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Box 2">
            <a:extLst>
              <a:ext uri="{FF2B5EF4-FFF2-40B4-BE49-F238E27FC236}">
                <a16:creationId xmlns:a16="http://schemas.microsoft.com/office/drawing/2014/main" id="{5E97F5DC-39BF-C54E-3B76-B7495F4C8003}"/>
              </a:ext>
            </a:extLst>
          </p:cNvPr>
          <p:cNvSpPr txBox="1"/>
          <p:nvPr/>
        </p:nvSpPr>
        <p:spPr>
          <a:xfrm>
            <a:off x="953533" y="1930716"/>
            <a:ext cx="2498793" cy="271308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Show transaction is done successfully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45964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B36E153-6936-7D11-3F71-4EA5A8FF71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6261" y="1104666"/>
            <a:ext cx="2491956" cy="393988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51815AC-D9B4-B36B-1633-B2ED839065F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4340"/>
          <a:stretch/>
        </p:blipFill>
        <p:spPr>
          <a:xfrm>
            <a:off x="4897703" y="0"/>
            <a:ext cx="6035152" cy="6858000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8663AAD-ACC4-A24B-02F8-4A0048DF64C6}"/>
              </a:ext>
            </a:extLst>
          </p:cNvPr>
          <p:cNvCxnSpPr>
            <a:cxnSpLocks/>
          </p:cNvCxnSpPr>
          <p:nvPr/>
        </p:nvCxnSpPr>
        <p:spPr>
          <a:xfrm flipH="1" flipV="1">
            <a:off x="9293290" y="2967135"/>
            <a:ext cx="748781" cy="37415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Box 2">
            <a:extLst>
              <a:ext uri="{FF2B5EF4-FFF2-40B4-BE49-F238E27FC236}">
                <a16:creationId xmlns:a16="http://schemas.microsoft.com/office/drawing/2014/main" id="{BA3BB89A-4B49-F45A-60AF-76E2047D9D7C}"/>
              </a:ext>
            </a:extLst>
          </p:cNvPr>
          <p:cNvSpPr txBox="1"/>
          <p:nvPr/>
        </p:nvSpPr>
        <p:spPr>
          <a:xfrm>
            <a:off x="9363890" y="3105071"/>
            <a:ext cx="2699282" cy="253365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Prompt user when requirement not fulfil </a:t>
            </a:r>
            <a:r>
              <a:rPr lang="en-MY" sz="1100" kern="100" dirty="0">
                <a:ln w="9525" cap="rnd" cmpd="sng" algn="ctr">
                  <a:solidFill>
                    <a:srgbClr val="000000"/>
                  </a:solidFill>
                  <a:prstDash val="solid"/>
                  <a:beve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98BA18E-5310-F1B3-39F7-CD8BBCCD6762}"/>
              </a:ext>
            </a:extLst>
          </p:cNvPr>
          <p:cNvCxnSpPr>
            <a:cxnSpLocks/>
          </p:cNvCxnSpPr>
          <p:nvPr/>
        </p:nvCxnSpPr>
        <p:spPr>
          <a:xfrm flipH="1" flipV="1">
            <a:off x="9109788" y="4728911"/>
            <a:ext cx="748781" cy="37415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4FE9A23-DF9E-2364-789F-7E49E1889073}"/>
              </a:ext>
            </a:extLst>
          </p:cNvPr>
          <p:cNvCxnSpPr>
            <a:cxnSpLocks/>
          </p:cNvCxnSpPr>
          <p:nvPr/>
        </p:nvCxnSpPr>
        <p:spPr>
          <a:xfrm flipV="1">
            <a:off x="4645368" y="2807117"/>
            <a:ext cx="651312" cy="1126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92373D2-1EC3-33CA-50B1-988A5E724EA1}"/>
              </a:ext>
            </a:extLst>
          </p:cNvPr>
          <p:cNvCxnSpPr>
            <a:cxnSpLocks/>
          </p:cNvCxnSpPr>
          <p:nvPr/>
        </p:nvCxnSpPr>
        <p:spPr>
          <a:xfrm>
            <a:off x="4637320" y="3574644"/>
            <a:ext cx="659360" cy="428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324646E-4F2D-78A3-704B-EEAB85DBE6CB}"/>
              </a:ext>
            </a:extLst>
          </p:cNvPr>
          <p:cNvCxnSpPr>
            <a:cxnSpLocks/>
          </p:cNvCxnSpPr>
          <p:nvPr/>
        </p:nvCxnSpPr>
        <p:spPr>
          <a:xfrm flipV="1">
            <a:off x="4928898" y="4603645"/>
            <a:ext cx="367782" cy="4041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C4E7C2E-B99F-E0A9-FEC8-BB1837FC1D44}"/>
              </a:ext>
            </a:extLst>
          </p:cNvPr>
          <p:cNvCxnSpPr>
            <a:cxnSpLocks/>
          </p:cNvCxnSpPr>
          <p:nvPr/>
        </p:nvCxnSpPr>
        <p:spPr>
          <a:xfrm>
            <a:off x="1669385" y="978600"/>
            <a:ext cx="800387" cy="5866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Box 2">
            <a:extLst>
              <a:ext uri="{FF2B5EF4-FFF2-40B4-BE49-F238E27FC236}">
                <a16:creationId xmlns:a16="http://schemas.microsoft.com/office/drawing/2014/main" id="{C36D097E-2621-4453-1999-EFADAF9A0636}"/>
              </a:ext>
            </a:extLst>
          </p:cNvPr>
          <p:cNvSpPr txBox="1"/>
          <p:nvPr/>
        </p:nvSpPr>
        <p:spPr>
          <a:xfrm>
            <a:off x="507151" y="752746"/>
            <a:ext cx="1665507" cy="264291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Page of supplier details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n w="9525" cap="rnd" cmpd="sng" algn="ctr">
                  <a:solidFill>
                    <a:srgbClr val="000000"/>
                  </a:solidFill>
                  <a:prstDash val="solid"/>
                  <a:beve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A215C93-52F8-C056-BF06-DD256F3687B0}"/>
              </a:ext>
            </a:extLst>
          </p:cNvPr>
          <p:cNvCxnSpPr>
            <a:cxnSpLocks/>
          </p:cNvCxnSpPr>
          <p:nvPr/>
        </p:nvCxnSpPr>
        <p:spPr>
          <a:xfrm flipV="1">
            <a:off x="4284518" y="4234075"/>
            <a:ext cx="1160150" cy="1893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 Box 2">
            <a:extLst>
              <a:ext uri="{FF2B5EF4-FFF2-40B4-BE49-F238E27FC236}">
                <a16:creationId xmlns:a16="http://schemas.microsoft.com/office/drawing/2014/main" id="{9A0A3CC8-EC09-B9FB-93EC-3BA156681DF0}"/>
              </a:ext>
            </a:extLst>
          </p:cNvPr>
          <p:cNvSpPr txBox="1"/>
          <p:nvPr/>
        </p:nvSpPr>
        <p:spPr>
          <a:xfrm>
            <a:off x="3262660" y="4234075"/>
            <a:ext cx="1272540" cy="259080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sz="1100" kern="10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Supplier Address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6D14309-6FB2-039E-9533-707631A32D04}"/>
              </a:ext>
            </a:extLst>
          </p:cNvPr>
          <p:cNvCxnSpPr>
            <a:cxnSpLocks/>
          </p:cNvCxnSpPr>
          <p:nvPr/>
        </p:nvCxnSpPr>
        <p:spPr>
          <a:xfrm flipH="1">
            <a:off x="8373427" y="1782730"/>
            <a:ext cx="157989" cy="4816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 Box 2">
            <a:extLst>
              <a:ext uri="{FF2B5EF4-FFF2-40B4-BE49-F238E27FC236}">
                <a16:creationId xmlns:a16="http://schemas.microsoft.com/office/drawing/2014/main" id="{C3040E4F-1D2A-3A7F-B60C-CF71B3A18962}"/>
              </a:ext>
            </a:extLst>
          </p:cNvPr>
          <p:cNvSpPr txBox="1"/>
          <p:nvPr/>
        </p:nvSpPr>
        <p:spPr>
          <a:xfrm>
            <a:off x="7907849" y="1709212"/>
            <a:ext cx="1272540" cy="259080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sz="1100" kern="10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Supplier Last name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FE7B0EE-76EB-45A8-4941-8B16C02D8F22}"/>
              </a:ext>
            </a:extLst>
          </p:cNvPr>
          <p:cNvCxnSpPr>
            <a:cxnSpLocks/>
          </p:cNvCxnSpPr>
          <p:nvPr/>
        </p:nvCxnSpPr>
        <p:spPr>
          <a:xfrm>
            <a:off x="4799590" y="1938046"/>
            <a:ext cx="714802" cy="44250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 Box 2">
            <a:extLst>
              <a:ext uri="{FF2B5EF4-FFF2-40B4-BE49-F238E27FC236}">
                <a16:creationId xmlns:a16="http://schemas.microsoft.com/office/drawing/2014/main" id="{6CCAEEF5-2F2D-BB96-65CA-0BE698619CE4}"/>
              </a:ext>
            </a:extLst>
          </p:cNvPr>
          <p:cNvSpPr txBox="1"/>
          <p:nvPr/>
        </p:nvSpPr>
        <p:spPr>
          <a:xfrm>
            <a:off x="4334192" y="1926849"/>
            <a:ext cx="1310828" cy="281940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Supplier First name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n w="9525" cap="rnd" cmpd="sng" algn="ctr">
                  <a:solidFill>
                    <a:srgbClr val="000000"/>
                  </a:solidFill>
                  <a:prstDash val="solid"/>
                  <a:beve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C1F6097-89C7-ACA9-6958-B0D64E87DC9A}"/>
              </a:ext>
            </a:extLst>
          </p:cNvPr>
          <p:cNvCxnSpPr>
            <a:cxnSpLocks/>
          </p:cNvCxnSpPr>
          <p:nvPr/>
        </p:nvCxnSpPr>
        <p:spPr>
          <a:xfrm flipH="1" flipV="1">
            <a:off x="6662102" y="3387012"/>
            <a:ext cx="793298" cy="7046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Box 2">
            <a:extLst>
              <a:ext uri="{FF2B5EF4-FFF2-40B4-BE49-F238E27FC236}">
                <a16:creationId xmlns:a16="http://schemas.microsoft.com/office/drawing/2014/main" id="{ACB51959-6D8A-955B-7E2D-6730B402043A}"/>
              </a:ext>
            </a:extLst>
          </p:cNvPr>
          <p:cNvSpPr txBox="1"/>
          <p:nvPr/>
        </p:nvSpPr>
        <p:spPr>
          <a:xfrm>
            <a:off x="7320366" y="3358436"/>
            <a:ext cx="1877695" cy="259080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Supplier Telephone Number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n w="9525" cap="rnd" cmpd="sng" algn="ctr">
                  <a:solidFill>
                    <a:srgbClr val="000000"/>
                  </a:solidFill>
                  <a:prstDash val="solid"/>
                  <a:beve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CBBD4A8-1863-C859-79FD-D95E640DD46B}"/>
              </a:ext>
            </a:extLst>
          </p:cNvPr>
          <p:cNvCxnSpPr>
            <a:cxnSpLocks/>
          </p:cNvCxnSpPr>
          <p:nvPr/>
        </p:nvCxnSpPr>
        <p:spPr>
          <a:xfrm flipH="1">
            <a:off x="8679564" y="4018623"/>
            <a:ext cx="1036994" cy="979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 Box 2">
            <a:extLst>
              <a:ext uri="{FF2B5EF4-FFF2-40B4-BE49-F238E27FC236}">
                <a16:creationId xmlns:a16="http://schemas.microsoft.com/office/drawing/2014/main" id="{C407E5FF-08B7-D8AE-962D-0A6DAC2D56E9}"/>
              </a:ext>
            </a:extLst>
          </p:cNvPr>
          <p:cNvSpPr txBox="1"/>
          <p:nvPr/>
        </p:nvSpPr>
        <p:spPr>
          <a:xfrm>
            <a:off x="9352274" y="3882701"/>
            <a:ext cx="1877695" cy="259080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sz="1100" kern="10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Supplier Address Postcode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sz="1100" kern="100">
                <a:ln w="9525" cap="rnd" cmpd="sng" algn="ctr">
                  <a:solidFill>
                    <a:srgbClr val="000000"/>
                  </a:solidFill>
                  <a:prstDash val="solid"/>
                  <a:beve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MY" sz="1100" kern="10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017151F-CB2C-F813-7884-4910C2528467}"/>
              </a:ext>
            </a:extLst>
          </p:cNvPr>
          <p:cNvCxnSpPr/>
          <p:nvPr/>
        </p:nvCxnSpPr>
        <p:spPr>
          <a:xfrm flipH="1" flipV="1">
            <a:off x="7395349" y="5694465"/>
            <a:ext cx="100330" cy="4413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Box 2">
            <a:extLst>
              <a:ext uri="{FF2B5EF4-FFF2-40B4-BE49-F238E27FC236}">
                <a16:creationId xmlns:a16="http://schemas.microsoft.com/office/drawing/2014/main" id="{F49D6339-FCA4-FD15-1F66-9638DF2B772A}"/>
              </a:ext>
            </a:extLst>
          </p:cNvPr>
          <p:cNvSpPr txBox="1"/>
          <p:nvPr/>
        </p:nvSpPr>
        <p:spPr>
          <a:xfrm>
            <a:off x="7228979" y="5963069"/>
            <a:ext cx="1450585" cy="319963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sz="1100" kern="10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Proceed To Next Page </a:t>
            </a:r>
          </a:p>
        </p:txBody>
      </p:sp>
      <p:sp>
        <p:nvSpPr>
          <p:cNvPr id="48" name="Text Box 2">
            <a:extLst>
              <a:ext uri="{FF2B5EF4-FFF2-40B4-BE49-F238E27FC236}">
                <a16:creationId xmlns:a16="http://schemas.microsoft.com/office/drawing/2014/main" id="{929611AA-CBCE-9ACC-A346-6A062E671FEB}"/>
              </a:ext>
            </a:extLst>
          </p:cNvPr>
          <p:cNvSpPr txBox="1"/>
          <p:nvPr/>
        </p:nvSpPr>
        <p:spPr>
          <a:xfrm>
            <a:off x="9198061" y="4976385"/>
            <a:ext cx="2699282" cy="253365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Prompt user when requirement not fulfil </a:t>
            </a:r>
            <a:r>
              <a:rPr lang="en-MY" sz="1100" kern="100" dirty="0">
                <a:ln w="9525" cap="rnd" cmpd="sng" algn="ctr">
                  <a:solidFill>
                    <a:srgbClr val="000000"/>
                  </a:solidFill>
                  <a:prstDash val="solid"/>
                  <a:beve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9" name="Text Box 2">
            <a:extLst>
              <a:ext uri="{FF2B5EF4-FFF2-40B4-BE49-F238E27FC236}">
                <a16:creationId xmlns:a16="http://schemas.microsoft.com/office/drawing/2014/main" id="{7310C93F-BE1F-C761-BABD-CC476E2DEA62}"/>
              </a:ext>
            </a:extLst>
          </p:cNvPr>
          <p:cNvSpPr txBox="1"/>
          <p:nvPr/>
        </p:nvSpPr>
        <p:spPr>
          <a:xfrm>
            <a:off x="3807350" y="4983371"/>
            <a:ext cx="2699282" cy="253365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Prompt user when requirement not fulfil </a:t>
            </a:r>
            <a:r>
              <a:rPr lang="en-MY" sz="1100" kern="100" dirty="0">
                <a:ln w="9525" cap="rnd" cmpd="sng" algn="ctr">
                  <a:solidFill>
                    <a:srgbClr val="000000"/>
                  </a:solidFill>
                  <a:prstDash val="solid"/>
                  <a:beve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0" name="Text Box 2">
            <a:extLst>
              <a:ext uri="{FF2B5EF4-FFF2-40B4-BE49-F238E27FC236}">
                <a16:creationId xmlns:a16="http://schemas.microsoft.com/office/drawing/2014/main" id="{A8503F5F-BD13-1030-5C33-E98933D11B6F}"/>
              </a:ext>
            </a:extLst>
          </p:cNvPr>
          <p:cNvSpPr txBox="1"/>
          <p:nvPr/>
        </p:nvSpPr>
        <p:spPr>
          <a:xfrm>
            <a:off x="2005287" y="3457473"/>
            <a:ext cx="2699282" cy="253365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Prompt user when requirement not fulfil </a:t>
            </a:r>
            <a:r>
              <a:rPr lang="en-MY" sz="1100" kern="100" dirty="0">
                <a:ln w="9525" cap="rnd" cmpd="sng" algn="ctr">
                  <a:solidFill>
                    <a:srgbClr val="000000"/>
                  </a:solidFill>
                  <a:prstDash val="solid"/>
                  <a:beve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1" name="Text Box 2">
            <a:extLst>
              <a:ext uri="{FF2B5EF4-FFF2-40B4-BE49-F238E27FC236}">
                <a16:creationId xmlns:a16="http://schemas.microsoft.com/office/drawing/2014/main" id="{5A268B1C-6194-E094-43CA-DADB62936CC2}"/>
              </a:ext>
            </a:extLst>
          </p:cNvPr>
          <p:cNvSpPr txBox="1"/>
          <p:nvPr/>
        </p:nvSpPr>
        <p:spPr>
          <a:xfrm>
            <a:off x="2013335" y="2655938"/>
            <a:ext cx="2699282" cy="253365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Prompt user when requirement not fulfil </a:t>
            </a:r>
            <a:r>
              <a:rPr lang="en-MY" sz="1100" kern="100" dirty="0">
                <a:ln w="9525" cap="rnd" cmpd="sng" algn="ctr">
                  <a:solidFill>
                    <a:srgbClr val="000000"/>
                  </a:solidFill>
                  <a:prstDash val="solid"/>
                  <a:beve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9E427A-C3A6-725F-D88E-E55458EF98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5584" y="677491"/>
            <a:ext cx="541067" cy="594412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29ECCF2-4A17-BA27-5E00-25C8C7CD59B3}"/>
              </a:ext>
            </a:extLst>
          </p:cNvPr>
          <p:cNvCxnSpPr>
            <a:cxnSpLocks/>
            <a:endCxn id="6" idx="3"/>
          </p:cNvCxnSpPr>
          <p:nvPr/>
        </p:nvCxnSpPr>
        <p:spPr>
          <a:xfrm flipH="1">
            <a:off x="2976651" y="457323"/>
            <a:ext cx="956564" cy="5173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Box 2">
            <a:extLst>
              <a:ext uri="{FF2B5EF4-FFF2-40B4-BE49-F238E27FC236}">
                <a16:creationId xmlns:a16="http://schemas.microsoft.com/office/drawing/2014/main" id="{752C4EA0-93AD-267C-6BB8-6CCB35B4A74C}"/>
              </a:ext>
            </a:extLst>
          </p:cNvPr>
          <p:cNvSpPr txBox="1"/>
          <p:nvPr/>
        </p:nvSpPr>
        <p:spPr>
          <a:xfrm>
            <a:off x="3033954" y="239970"/>
            <a:ext cx="1611414" cy="235343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Return to home page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n w="9525" cap="rnd" cmpd="sng" algn="ctr">
                  <a:solidFill>
                    <a:srgbClr val="000000"/>
                  </a:solidFill>
                  <a:prstDash val="solid"/>
                  <a:beve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53937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0B4E3E17-34B3-7ECC-44F4-86448CB989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326" y="988694"/>
            <a:ext cx="2842506" cy="427519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CC29356-C4C6-2312-1C4F-46CF4A64A1B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2158" t="1229"/>
          <a:stretch/>
        </p:blipFill>
        <p:spPr>
          <a:xfrm>
            <a:off x="4692021" y="0"/>
            <a:ext cx="6721791" cy="6858000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C1D9455-6152-4286-A95B-0B9B9738CB72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4725646" y="2770286"/>
            <a:ext cx="764564" cy="4529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Box 2">
            <a:extLst>
              <a:ext uri="{FF2B5EF4-FFF2-40B4-BE49-F238E27FC236}">
                <a16:creationId xmlns:a16="http://schemas.microsoft.com/office/drawing/2014/main" id="{E14CCB4D-C036-D132-544A-C85710C30FBA}"/>
              </a:ext>
            </a:extLst>
          </p:cNvPr>
          <p:cNvSpPr txBox="1"/>
          <p:nvPr/>
        </p:nvSpPr>
        <p:spPr>
          <a:xfrm>
            <a:off x="2026364" y="2643603"/>
            <a:ext cx="2699282" cy="253365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Prompt user when requirement not fulfil </a:t>
            </a:r>
            <a:r>
              <a:rPr lang="en-MY" sz="1100" kern="100" dirty="0">
                <a:ln w="9525" cap="rnd" cmpd="sng" algn="ctr">
                  <a:solidFill>
                    <a:srgbClr val="000000"/>
                  </a:solidFill>
                  <a:prstDash val="solid"/>
                  <a:beve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818B7DA-7301-A11C-AE73-F8830349F71D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4759270" y="4408271"/>
            <a:ext cx="730940" cy="23023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Box 2">
            <a:extLst>
              <a:ext uri="{FF2B5EF4-FFF2-40B4-BE49-F238E27FC236}">
                <a16:creationId xmlns:a16="http://schemas.microsoft.com/office/drawing/2014/main" id="{31B34EE0-585D-1D79-0717-97A9E57EEADA}"/>
              </a:ext>
            </a:extLst>
          </p:cNvPr>
          <p:cNvSpPr txBox="1"/>
          <p:nvPr/>
        </p:nvSpPr>
        <p:spPr>
          <a:xfrm>
            <a:off x="2059988" y="4511819"/>
            <a:ext cx="2699282" cy="253365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Prompt user when requirement not fulfil </a:t>
            </a:r>
            <a:r>
              <a:rPr lang="en-MY" sz="1100" kern="100" dirty="0">
                <a:ln w="9525" cap="rnd" cmpd="sng" algn="ctr">
                  <a:solidFill>
                    <a:srgbClr val="000000"/>
                  </a:solidFill>
                  <a:prstDash val="solid"/>
                  <a:beve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82D2B16-7BF4-DDD4-A867-CE1BA8CD033C}"/>
              </a:ext>
            </a:extLst>
          </p:cNvPr>
          <p:cNvCxnSpPr>
            <a:cxnSpLocks/>
          </p:cNvCxnSpPr>
          <p:nvPr/>
        </p:nvCxnSpPr>
        <p:spPr>
          <a:xfrm flipH="1">
            <a:off x="7513320" y="2184191"/>
            <a:ext cx="1057281" cy="4142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2">
            <a:extLst>
              <a:ext uri="{FF2B5EF4-FFF2-40B4-BE49-F238E27FC236}">
                <a16:creationId xmlns:a16="http://schemas.microsoft.com/office/drawing/2014/main" id="{4C601EB9-77D5-62F0-4582-A28F85F63FC7}"/>
              </a:ext>
            </a:extLst>
          </p:cNvPr>
          <p:cNvSpPr txBox="1"/>
          <p:nvPr/>
        </p:nvSpPr>
        <p:spPr>
          <a:xfrm>
            <a:off x="8437928" y="2057508"/>
            <a:ext cx="2699282" cy="253365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Supplier set up username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829C410-9B00-929F-F2E3-A5CF32F15AE0}"/>
              </a:ext>
            </a:extLst>
          </p:cNvPr>
          <p:cNvCxnSpPr>
            <a:cxnSpLocks/>
          </p:cNvCxnSpPr>
          <p:nvPr/>
        </p:nvCxnSpPr>
        <p:spPr>
          <a:xfrm flipH="1">
            <a:off x="7434169" y="3508059"/>
            <a:ext cx="1136432" cy="3008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Box 2">
            <a:extLst>
              <a:ext uri="{FF2B5EF4-FFF2-40B4-BE49-F238E27FC236}">
                <a16:creationId xmlns:a16="http://schemas.microsoft.com/office/drawing/2014/main" id="{FB904E1A-65DF-20CF-063F-C7525EAD4B59}"/>
              </a:ext>
            </a:extLst>
          </p:cNvPr>
          <p:cNvSpPr txBox="1"/>
          <p:nvPr/>
        </p:nvSpPr>
        <p:spPr>
          <a:xfrm>
            <a:off x="8437928" y="3381376"/>
            <a:ext cx="2699282" cy="253365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Supplier create account password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DBB0B79-8525-7147-7F76-DB985DEF4D34}"/>
              </a:ext>
            </a:extLst>
          </p:cNvPr>
          <p:cNvCxnSpPr>
            <a:cxnSpLocks/>
            <a:stCxn id="28" idx="3"/>
          </p:cNvCxnSpPr>
          <p:nvPr/>
        </p:nvCxnSpPr>
        <p:spPr>
          <a:xfrm>
            <a:off x="2130572" y="1790995"/>
            <a:ext cx="735497" cy="27531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Box 2">
            <a:extLst>
              <a:ext uri="{FF2B5EF4-FFF2-40B4-BE49-F238E27FC236}">
                <a16:creationId xmlns:a16="http://schemas.microsoft.com/office/drawing/2014/main" id="{412BA383-D1C8-E6AB-9694-BA4E51332CA6}"/>
              </a:ext>
            </a:extLst>
          </p:cNvPr>
          <p:cNvSpPr txBox="1"/>
          <p:nvPr/>
        </p:nvSpPr>
        <p:spPr>
          <a:xfrm>
            <a:off x="145278" y="1636139"/>
            <a:ext cx="1985294" cy="309712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Page of set up supplier account</a:t>
            </a:r>
          </a:p>
        </p:txBody>
      </p:sp>
      <p:sp>
        <p:nvSpPr>
          <p:cNvPr id="35" name="Text Box 2">
            <a:extLst>
              <a:ext uri="{FF2B5EF4-FFF2-40B4-BE49-F238E27FC236}">
                <a16:creationId xmlns:a16="http://schemas.microsoft.com/office/drawing/2014/main" id="{F9C51FE3-600E-13B9-AFC9-0D612DD3BCB4}"/>
              </a:ext>
            </a:extLst>
          </p:cNvPr>
          <p:cNvSpPr txBox="1"/>
          <p:nvPr/>
        </p:nvSpPr>
        <p:spPr>
          <a:xfrm>
            <a:off x="3502838" y="424105"/>
            <a:ext cx="1985294" cy="309712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Show page of supplier is done 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F9CFF9A-D260-0A91-0508-DDD16F155922}"/>
              </a:ext>
            </a:extLst>
          </p:cNvPr>
          <p:cNvCxnSpPr>
            <a:cxnSpLocks/>
            <a:stCxn id="35" idx="2"/>
          </p:cNvCxnSpPr>
          <p:nvPr/>
        </p:nvCxnSpPr>
        <p:spPr>
          <a:xfrm flipH="1">
            <a:off x="4448513" y="733817"/>
            <a:ext cx="46972" cy="6977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D9F4B29-FDCC-60BF-64CA-CAFBA810131F}"/>
              </a:ext>
            </a:extLst>
          </p:cNvPr>
          <p:cNvCxnSpPr/>
          <p:nvPr/>
        </p:nvCxnSpPr>
        <p:spPr>
          <a:xfrm flipH="1" flipV="1">
            <a:off x="7879005" y="6062244"/>
            <a:ext cx="100330" cy="4413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 Box 2">
            <a:extLst>
              <a:ext uri="{FF2B5EF4-FFF2-40B4-BE49-F238E27FC236}">
                <a16:creationId xmlns:a16="http://schemas.microsoft.com/office/drawing/2014/main" id="{71514564-2D4D-47B6-BDCB-52C17852370E}"/>
              </a:ext>
            </a:extLst>
          </p:cNvPr>
          <p:cNvSpPr txBox="1"/>
          <p:nvPr/>
        </p:nvSpPr>
        <p:spPr>
          <a:xfrm>
            <a:off x="7712635" y="6330848"/>
            <a:ext cx="1450585" cy="319963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sz="1100" kern="10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Proceed To Next Page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F2A79F0-C356-6C12-0CE5-510FEC5842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5584" y="677491"/>
            <a:ext cx="541067" cy="594412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65C0646-713A-257B-D921-8A4DDA1854F6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1844790" y="871023"/>
            <a:ext cx="4516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Box 2">
            <a:extLst>
              <a:ext uri="{FF2B5EF4-FFF2-40B4-BE49-F238E27FC236}">
                <a16:creationId xmlns:a16="http://schemas.microsoft.com/office/drawing/2014/main" id="{CF938DF9-A689-BA83-2345-CCC22F8997A9}"/>
              </a:ext>
            </a:extLst>
          </p:cNvPr>
          <p:cNvSpPr txBox="1"/>
          <p:nvPr/>
        </p:nvSpPr>
        <p:spPr>
          <a:xfrm>
            <a:off x="233376" y="753351"/>
            <a:ext cx="1611414" cy="235343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Return to home page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n w="9525" cap="rnd" cmpd="sng" algn="ctr">
                  <a:solidFill>
                    <a:srgbClr val="000000"/>
                  </a:solidFill>
                  <a:prstDash val="solid"/>
                  <a:beve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51405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DF4B24-150C-FB5B-3D6A-9FA86F1340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23" t="2191" r="-1"/>
          <a:stretch/>
        </p:blipFill>
        <p:spPr>
          <a:xfrm>
            <a:off x="1679516" y="0"/>
            <a:ext cx="9461235" cy="6939644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A80DF0C-2B26-E88C-0286-8750B3021A4F}"/>
              </a:ext>
            </a:extLst>
          </p:cNvPr>
          <p:cNvCxnSpPr>
            <a:cxnSpLocks/>
          </p:cNvCxnSpPr>
          <p:nvPr/>
        </p:nvCxnSpPr>
        <p:spPr>
          <a:xfrm flipV="1">
            <a:off x="10491766" y="5253135"/>
            <a:ext cx="107810" cy="11037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3763ECC-6F5B-0489-D684-9390A60D4404}"/>
              </a:ext>
            </a:extLst>
          </p:cNvPr>
          <p:cNvCxnSpPr>
            <a:cxnSpLocks/>
          </p:cNvCxnSpPr>
          <p:nvPr/>
        </p:nvCxnSpPr>
        <p:spPr>
          <a:xfrm flipH="1" flipV="1">
            <a:off x="9022702" y="5253135"/>
            <a:ext cx="1040917" cy="10730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2">
            <a:extLst>
              <a:ext uri="{FF2B5EF4-FFF2-40B4-BE49-F238E27FC236}">
                <a16:creationId xmlns:a16="http://schemas.microsoft.com/office/drawing/2014/main" id="{590163C5-8022-382D-F53F-EEC4A4607DDB}"/>
              </a:ext>
            </a:extLst>
          </p:cNvPr>
          <p:cNvSpPr txBox="1"/>
          <p:nvPr/>
        </p:nvSpPr>
        <p:spPr>
          <a:xfrm>
            <a:off x="8842685" y="6199473"/>
            <a:ext cx="2699282" cy="253365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Prompt user when requirement not fulfil </a:t>
            </a:r>
            <a:r>
              <a:rPr lang="en-MY" sz="1100" kern="100" dirty="0">
                <a:ln w="9525" cap="rnd" cmpd="sng" algn="ctr">
                  <a:solidFill>
                    <a:srgbClr val="000000"/>
                  </a:solidFill>
                  <a:prstDash val="solid"/>
                  <a:beve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711379D-F3E2-3107-29B6-E159F21F9786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4621393" y="5172435"/>
            <a:ext cx="594419" cy="57710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Box 2">
            <a:extLst>
              <a:ext uri="{FF2B5EF4-FFF2-40B4-BE49-F238E27FC236}">
                <a16:creationId xmlns:a16="http://schemas.microsoft.com/office/drawing/2014/main" id="{6B5B5D1B-1061-6E76-A6AD-C814DE7AAF33}"/>
              </a:ext>
            </a:extLst>
          </p:cNvPr>
          <p:cNvSpPr txBox="1"/>
          <p:nvPr/>
        </p:nvSpPr>
        <p:spPr>
          <a:xfrm>
            <a:off x="1922111" y="5622860"/>
            <a:ext cx="2699282" cy="253365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Prompt user when requirement not fulfil </a:t>
            </a:r>
            <a:r>
              <a:rPr lang="en-MY" sz="1100" kern="100" dirty="0">
                <a:ln w="9525" cap="rnd" cmpd="sng" algn="ctr">
                  <a:solidFill>
                    <a:srgbClr val="000000"/>
                  </a:solidFill>
                  <a:prstDash val="solid"/>
                  <a:beve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1E8B032-4CBF-157B-698B-F58E85CD88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1772" y="1087761"/>
            <a:ext cx="2674852" cy="4084674"/>
          </a:xfrm>
          <a:prstGeom prst="rect">
            <a:avLst/>
          </a:prstGeom>
        </p:spPr>
      </p:pic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5805089-D164-5C6B-AB20-9A5929A11077}"/>
              </a:ext>
            </a:extLst>
          </p:cNvPr>
          <p:cNvCxnSpPr>
            <a:cxnSpLocks/>
            <a:stCxn id="30" idx="2"/>
          </p:cNvCxnSpPr>
          <p:nvPr/>
        </p:nvCxnSpPr>
        <p:spPr>
          <a:xfrm>
            <a:off x="7370156" y="2565198"/>
            <a:ext cx="700824" cy="3739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 Box 2">
            <a:extLst>
              <a:ext uri="{FF2B5EF4-FFF2-40B4-BE49-F238E27FC236}">
                <a16:creationId xmlns:a16="http://schemas.microsoft.com/office/drawing/2014/main" id="{B6F4F6D7-D03E-818B-29D5-F673DF8ECB8D}"/>
              </a:ext>
            </a:extLst>
          </p:cNvPr>
          <p:cNvSpPr txBox="1"/>
          <p:nvPr/>
        </p:nvSpPr>
        <p:spPr>
          <a:xfrm>
            <a:off x="6786471" y="2311833"/>
            <a:ext cx="1167369" cy="253365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Quantity of food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024600D-E5B2-FD10-1B3B-B5AAA73A932A}"/>
              </a:ext>
            </a:extLst>
          </p:cNvPr>
          <p:cNvCxnSpPr>
            <a:cxnSpLocks/>
            <a:stCxn id="36" idx="3"/>
          </p:cNvCxnSpPr>
          <p:nvPr/>
        </p:nvCxnSpPr>
        <p:spPr>
          <a:xfrm>
            <a:off x="4531217" y="2812461"/>
            <a:ext cx="547663" cy="2045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 Box 2">
            <a:extLst>
              <a:ext uri="{FF2B5EF4-FFF2-40B4-BE49-F238E27FC236}">
                <a16:creationId xmlns:a16="http://schemas.microsoft.com/office/drawing/2014/main" id="{1D45EE34-6156-24B0-204A-109B474AE23F}"/>
              </a:ext>
            </a:extLst>
          </p:cNvPr>
          <p:cNvSpPr txBox="1"/>
          <p:nvPr/>
        </p:nvSpPr>
        <p:spPr>
          <a:xfrm>
            <a:off x="3363848" y="2685778"/>
            <a:ext cx="1167369" cy="253365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Type of food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B5F1FF7-56FC-339F-A971-27E0DC7FED20}"/>
              </a:ext>
            </a:extLst>
          </p:cNvPr>
          <p:cNvCxnSpPr>
            <a:cxnSpLocks/>
            <a:stCxn id="41" idx="2"/>
          </p:cNvCxnSpPr>
          <p:nvPr/>
        </p:nvCxnSpPr>
        <p:spPr>
          <a:xfrm flipH="1">
            <a:off x="10245116" y="2438515"/>
            <a:ext cx="561225" cy="5006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 Box 2">
            <a:extLst>
              <a:ext uri="{FF2B5EF4-FFF2-40B4-BE49-F238E27FC236}">
                <a16:creationId xmlns:a16="http://schemas.microsoft.com/office/drawing/2014/main" id="{A70015F7-D5D4-C251-2A46-B53D291E6C28}"/>
              </a:ext>
            </a:extLst>
          </p:cNvPr>
          <p:cNvSpPr txBox="1"/>
          <p:nvPr/>
        </p:nvSpPr>
        <p:spPr>
          <a:xfrm>
            <a:off x="10222656" y="2185150"/>
            <a:ext cx="1167369" cy="253365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Cost of food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0C481EC-6065-9B59-EE9C-5C9EFCFB9894}"/>
              </a:ext>
            </a:extLst>
          </p:cNvPr>
          <p:cNvCxnSpPr>
            <a:cxnSpLocks/>
          </p:cNvCxnSpPr>
          <p:nvPr/>
        </p:nvCxnSpPr>
        <p:spPr>
          <a:xfrm>
            <a:off x="3947532" y="1009865"/>
            <a:ext cx="283048" cy="12276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 Box 2">
            <a:extLst>
              <a:ext uri="{FF2B5EF4-FFF2-40B4-BE49-F238E27FC236}">
                <a16:creationId xmlns:a16="http://schemas.microsoft.com/office/drawing/2014/main" id="{D5DE3687-0FE1-0CAD-EAE5-97E82322A946}"/>
              </a:ext>
            </a:extLst>
          </p:cNvPr>
          <p:cNvSpPr txBox="1"/>
          <p:nvPr/>
        </p:nvSpPr>
        <p:spPr>
          <a:xfrm>
            <a:off x="3204095" y="677440"/>
            <a:ext cx="2324292" cy="253365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Show page supplier account is done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88C1E23-F5BB-C874-3737-08CC4D84D8C6}"/>
              </a:ext>
            </a:extLst>
          </p:cNvPr>
          <p:cNvCxnSpPr>
            <a:cxnSpLocks/>
          </p:cNvCxnSpPr>
          <p:nvPr/>
        </p:nvCxnSpPr>
        <p:spPr>
          <a:xfrm flipV="1">
            <a:off x="7568791" y="5749543"/>
            <a:ext cx="334528" cy="6226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 Box 2">
            <a:extLst>
              <a:ext uri="{FF2B5EF4-FFF2-40B4-BE49-F238E27FC236}">
                <a16:creationId xmlns:a16="http://schemas.microsoft.com/office/drawing/2014/main" id="{8EBB1428-842E-55E9-B713-7C1BC3F13273}"/>
              </a:ext>
            </a:extLst>
          </p:cNvPr>
          <p:cNvSpPr txBox="1"/>
          <p:nvPr/>
        </p:nvSpPr>
        <p:spPr>
          <a:xfrm>
            <a:off x="7012425" y="6184758"/>
            <a:ext cx="1450585" cy="319963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Proceed To Next Page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23E51E-27AF-B0BE-5F0E-1CAC5DCCFE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5584" y="677491"/>
            <a:ext cx="541067" cy="594412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D6422EE-E571-EE70-3D47-D024BCBCAD2E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1950144" y="1009865"/>
            <a:ext cx="4516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Box 2">
            <a:extLst>
              <a:ext uri="{FF2B5EF4-FFF2-40B4-BE49-F238E27FC236}">
                <a16:creationId xmlns:a16="http://schemas.microsoft.com/office/drawing/2014/main" id="{B714DCF4-E63F-FEA8-8059-4030655AAD95}"/>
              </a:ext>
            </a:extLst>
          </p:cNvPr>
          <p:cNvSpPr txBox="1"/>
          <p:nvPr/>
        </p:nvSpPr>
        <p:spPr>
          <a:xfrm>
            <a:off x="338730" y="892193"/>
            <a:ext cx="1611414" cy="235343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Return to home page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n w="9525" cap="rnd" cmpd="sng" algn="ctr">
                  <a:solidFill>
                    <a:srgbClr val="000000"/>
                  </a:solidFill>
                  <a:prstDash val="solid"/>
                  <a:beve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17139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FF818EA-F29C-1188-037D-1436BAAB4D4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173"/>
          <a:stretch/>
        </p:blipFill>
        <p:spPr>
          <a:xfrm>
            <a:off x="1898248" y="22853"/>
            <a:ext cx="8775456" cy="669663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42C876A-1E6D-65FB-4433-BC2CC35DCB6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2332" t="41736" r="29476" b="10141"/>
          <a:stretch/>
        </p:blipFill>
        <p:spPr>
          <a:xfrm>
            <a:off x="9384019" y="2881588"/>
            <a:ext cx="2579370" cy="3329940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F4CAFEE-EF9B-C239-571B-45001E1A2D38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4621393" y="5172435"/>
            <a:ext cx="594419" cy="57710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Box 2">
            <a:extLst>
              <a:ext uri="{FF2B5EF4-FFF2-40B4-BE49-F238E27FC236}">
                <a16:creationId xmlns:a16="http://schemas.microsoft.com/office/drawing/2014/main" id="{E1FA9309-E678-C3D3-F426-EF42F2EE4D77}"/>
              </a:ext>
            </a:extLst>
          </p:cNvPr>
          <p:cNvSpPr txBox="1"/>
          <p:nvPr/>
        </p:nvSpPr>
        <p:spPr>
          <a:xfrm>
            <a:off x="1922111" y="5622860"/>
            <a:ext cx="2699282" cy="253365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Prompt user when requirement not fulfil </a:t>
            </a:r>
            <a:r>
              <a:rPr lang="en-MY" sz="1100" kern="100" dirty="0">
                <a:ln w="9525" cap="rnd" cmpd="sng" algn="ctr">
                  <a:solidFill>
                    <a:srgbClr val="000000"/>
                  </a:solidFill>
                  <a:prstDash val="solid"/>
                  <a:beve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Text Box 2">
            <a:extLst>
              <a:ext uri="{FF2B5EF4-FFF2-40B4-BE49-F238E27FC236}">
                <a16:creationId xmlns:a16="http://schemas.microsoft.com/office/drawing/2014/main" id="{E3B39F40-1AC1-1B71-1976-2632AC492839}"/>
              </a:ext>
            </a:extLst>
          </p:cNvPr>
          <p:cNvSpPr txBox="1"/>
          <p:nvPr/>
        </p:nvSpPr>
        <p:spPr>
          <a:xfrm>
            <a:off x="947460" y="3429000"/>
            <a:ext cx="2324292" cy="253365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Show page food is done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4C21A99-F479-8609-10B6-1CF0C6B5B305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3271752" y="3159889"/>
            <a:ext cx="860410" cy="3957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06EF829-02E3-F1BC-0BA3-3CF93150F083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6066455" y="2500132"/>
            <a:ext cx="380644" cy="4166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2">
            <a:extLst>
              <a:ext uri="{FF2B5EF4-FFF2-40B4-BE49-F238E27FC236}">
                <a16:creationId xmlns:a16="http://schemas.microsoft.com/office/drawing/2014/main" id="{A39A9BBC-DC88-B00F-CFCC-9CCF36B2793B}"/>
              </a:ext>
            </a:extLst>
          </p:cNvPr>
          <p:cNvSpPr txBox="1"/>
          <p:nvPr/>
        </p:nvSpPr>
        <p:spPr>
          <a:xfrm>
            <a:off x="5523766" y="2210257"/>
            <a:ext cx="1085378" cy="289875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Select a date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2F75ADA-227F-ED59-9683-56F54052E5C6}"/>
              </a:ext>
            </a:extLst>
          </p:cNvPr>
          <p:cNvCxnSpPr>
            <a:cxnSpLocks/>
            <a:stCxn id="3" idx="1"/>
          </p:cNvCxnSpPr>
          <p:nvPr/>
        </p:nvCxnSpPr>
        <p:spPr>
          <a:xfrm flipH="1" flipV="1">
            <a:off x="8218025" y="3206695"/>
            <a:ext cx="1165994" cy="13398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Box 2">
            <a:extLst>
              <a:ext uri="{FF2B5EF4-FFF2-40B4-BE49-F238E27FC236}">
                <a16:creationId xmlns:a16="http://schemas.microsoft.com/office/drawing/2014/main" id="{6D928BB6-4507-1C40-8AB8-662D79D58175}"/>
              </a:ext>
            </a:extLst>
          </p:cNvPr>
          <p:cNvSpPr txBox="1"/>
          <p:nvPr/>
        </p:nvSpPr>
        <p:spPr>
          <a:xfrm>
            <a:off x="9369435" y="2535555"/>
            <a:ext cx="2603490" cy="346033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MY" sz="16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Show Calander</a:t>
            </a:r>
          </a:p>
        </p:txBody>
      </p:sp>
      <p:sp>
        <p:nvSpPr>
          <p:cNvPr id="24" name="Text Box 2">
            <a:extLst>
              <a:ext uri="{FF2B5EF4-FFF2-40B4-BE49-F238E27FC236}">
                <a16:creationId xmlns:a16="http://schemas.microsoft.com/office/drawing/2014/main" id="{DCA6CC56-8728-5A1E-93AE-DECACC8A1216}"/>
              </a:ext>
            </a:extLst>
          </p:cNvPr>
          <p:cNvSpPr txBox="1"/>
          <p:nvPr/>
        </p:nvSpPr>
        <p:spPr>
          <a:xfrm>
            <a:off x="6032798" y="5172435"/>
            <a:ext cx="1450585" cy="319963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Proceed To Next Page 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CCC7723-AF46-F4B7-159E-D1FC9B4766F1}"/>
              </a:ext>
            </a:extLst>
          </p:cNvPr>
          <p:cNvCxnSpPr>
            <a:cxnSpLocks/>
            <a:stCxn id="24" idx="0"/>
          </p:cNvCxnSpPr>
          <p:nvPr/>
        </p:nvCxnSpPr>
        <p:spPr>
          <a:xfrm flipV="1">
            <a:off x="6758091" y="4710450"/>
            <a:ext cx="0" cy="4619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1EB69547-6D71-3192-ACC1-FB64BF1DE5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5584" y="677491"/>
            <a:ext cx="541067" cy="594412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A724A0F-130A-60E5-14A9-C0C70B2E6945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1863534" y="954807"/>
            <a:ext cx="4516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Box 2">
            <a:extLst>
              <a:ext uri="{FF2B5EF4-FFF2-40B4-BE49-F238E27FC236}">
                <a16:creationId xmlns:a16="http://schemas.microsoft.com/office/drawing/2014/main" id="{3FC9B127-6FB2-80B9-76AB-E5CB4D79378B}"/>
              </a:ext>
            </a:extLst>
          </p:cNvPr>
          <p:cNvSpPr txBox="1"/>
          <p:nvPr/>
        </p:nvSpPr>
        <p:spPr>
          <a:xfrm>
            <a:off x="252120" y="837135"/>
            <a:ext cx="1611414" cy="235343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Return to home page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n w="9525" cap="rnd" cmpd="sng" algn="ctr">
                  <a:solidFill>
                    <a:srgbClr val="000000"/>
                  </a:solidFill>
                  <a:prstDash val="solid"/>
                  <a:beve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61929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A6F5B0-4CAF-FC27-1B34-AB610EC2D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122" y="-11216"/>
            <a:ext cx="9104724" cy="6753329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CF158A5-8C8A-A47B-20EC-9BE6078BE93C}"/>
              </a:ext>
            </a:extLst>
          </p:cNvPr>
          <p:cNvCxnSpPr>
            <a:cxnSpLocks/>
          </p:cNvCxnSpPr>
          <p:nvPr/>
        </p:nvCxnSpPr>
        <p:spPr>
          <a:xfrm flipH="1">
            <a:off x="7333861" y="6066783"/>
            <a:ext cx="653147" cy="1266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Box 2">
            <a:extLst>
              <a:ext uri="{FF2B5EF4-FFF2-40B4-BE49-F238E27FC236}">
                <a16:creationId xmlns:a16="http://schemas.microsoft.com/office/drawing/2014/main" id="{32E777E5-38DB-353F-6A44-509BC90E4DDB}"/>
              </a:ext>
            </a:extLst>
          </p:cNvPr>
          <p:cNvSpPr txBox="1"/>
          <p:nvPr/>
        </p:nvSpPr>
        <p:spPr>
          <a:xfrm>
            <a:off x="7987008" y="5940101"/>
            <a:ext cx="2565914" cy="253365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Refill the form again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03893A8-EBD6-55A6-786A-477D1ACEF3E1}"/>
              </a:ext>
            </a:extLst>
          </p:cNvPr>
          <p:cNvSpPr/>
          <p:nvPr/>
        </p:nvSpPr>
        <p:spPr>
          <a:xfrm>
            <a:off x="4814596" y="2379306"/>
            <a:ext cx="5511282" cy="240729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9D7BF17-8AAC-DEA1-EB3C-5D7342AE0822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2737957" y="2087292"/>
            <a:ext cx="2076639" cy="6465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2">
            <a:extLst>
              <a:ext uri="{FF2B5EF4-FFF2-40B4-BE49-F238E27FC236}">
                <a16:creationId xmlns:a16="http://schemas.microsoft.com/office/drawing/2014/main" id="{DF405264-993F-66A3-C04D-B27422F82A08}"/>
              </a:ext>
            </a:extLst>
          </p:cNvPr>
          <p:cNvSpPr txBox="1"/>
          <p:nvPr/>
        </p:nvSpPr>
        <p:spPr>
          <a:xfrm>
            <a:off x="941236" y="1833927"/>
            <a:ext cx="3593441" cy="253365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Show the detail of supplier fill in from the previous steps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E5F5A7-31E8-C6B4-5BAA-ECCBCDE807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5584" y="677491"/>
            <a:ext cx="541067" cy="594412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D62561E-96A0-5134-67E4-26C43D79F957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1866122" y="911356"/>
            <a:ext cx="4516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Box 2">
            <a:extLst>
              <a:ext uri="{FF2B5EF4-FFF2-40B4-BE49-F238E27FC236}">
                <a16:creationId xmlns:a16="http://schemas.microsoft.com/office/drawing/2014/main" id="{DC546928-04D4-3756-2550-AB0718563FC5}"/>
              </a:ext>
            </a:extLst>
          </p:cNvPr>
          <p:cNvSpPr txBox="1"/>
          <p:nvPr/>
        </p:nvSpPr>
        <p:spPr>
          <a:xfrm>
            <a:off x="254708" y="793684"/>
            <a:ext cx="1611414" cy="235343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Return to home page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n w="9525" cap="rnd" cmpd="sng" algn="ctr">
                  <a:solidFill>
                    <a:srgbClr val="000000"/>
                  </a:solidFill>
                  <a:prstDash val="solid"/>
                  <a:beve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4380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1D3C49-D925-9546-FFA9-1C5B93CE6B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0017" y="0"/>
            <a:ext cx="9151965" cy="6858000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6FCF9F5-9C49-9AA9-BD0F-28C5E2D52931}"/>
              </a:ext>
            </a:extLst>
          </p:cNvPr>
          <p:cNvCxnSpPr>
            <a:cxnSpLocks/>
          </p:cNvCxnSpPr>
          <p:nvPr/>
        </p:nvCxnSpPr>
        <p:spPr>
          <a:xfrm flipH="1" flipV="1">
            <a:off x="6578082" y="3124199"/>
            <a:ext cx="1924438" cy="28194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Box 2">
            <a:extLst>
              <a:ext uri="{FF2B5EF4-FFF2-40B4-BE49-F238E27FC236}">
                <a16:creationId xmlns:a16="http://schemas.microsoft.com/office/drawing/2014/main" id="{13D3392C-D68E-2BEC-53E3-DC54E5097E7B}"/>
              </a:ext>
            </a:extLst>
          </p:cNvPr>
          <p:cNvSpPr txBox="1"/>
          <p:nvPr/>
        </p:nvSpPr>
        <p:spPr>
          <a:xfrm>
            <a:off x="7824340" y="3169919"/>
            <a:ext cx="2699282" cy="281941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Prompt user when not fulfil requirement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n w="9525" cap="rnd" cmpd="sng" algn="ctr">
                  <a:solidFill>
                    <a:srgbClr val="000000"/>
                  </a:solidFill>
                  <a:prstDash val="solid"/>
                  <a:beve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5527751-2CC4-4DD9-AEE8-AD5008181B4F}"/>
              </a:ext>
            </a:extLst>
          </p:cNvPr>
          <p:cNvCxnSpPr>
            <a:cxnSpLocks/>
          </p:cNvCxnSpPr>
          <p:nvPr/>
        </p:nvCxnSpPr>
        <p:spPr>
          <a:xfrm flipH="1" flipV="1">
            <a:off x="6578082" y="4265644"/>
            <a:ext cx="1924438" cy="28194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Box 2">
            <a:extLst>
              <a:ext uri="{FF2B5EF4-FFF2-40B4-BE49-F238E27FC236}">
                <a16:creationId xmlns:a16="http://schemas.microsoft.com/office/drawing/2014/main" id="{2A78E3EE-3B05-877E-E736-DA8952B4715F}"/>
              </a:ext>
            </a:extLst>
          </p:cNvPr>
          <p:cNvSpPr txBox="1"/>
          <p:nvPr/>
        </p:nvSpPr>
        <p:spPr>
          <a:xfrm>
            <a:off x="7824340" y="4311364"/>
            <a:ext cx="2699282" cy="281941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Prompt user when not fulfil requirement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n w="9525" cap="rnd" cmpd="sng" algn="ctr">
                  <a:solidFill>
                    <a:srgbClr val="000000"/>
                  </a:solidFill>
                  <a:prstDash val="solid"/>
                  <a:beve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E8239C6-01B8-33D5-58B9-640A9529C10D}"/>
              </a:ext>
            </a:extLst>
          </p:cNvPr>
          <p:cNvCxnSpPr>
            <a:cxnSpLocks/>
          </p:cNvCxnSpPr>
          <p:nvPr/>
        </p:nvCxnSpPr>
        <p:spPr>
          <a:xfrm>
            <a:off x="2403411" y="2505036"/>
            <a:ext cx="2560475" cy="3314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Box 2">
            <a:extLst>
              <a:ext uri="{FF2B5EF4-FFF2-40B4-BE49-F238E27FC236}">
                <a16:creationId xmlns:a16="http://schemas.microsoft.com/office/drawing/2014/main" id="{AAC61619-35D9-A5E8-3CC1-C2A89CAB7B94}"/>
              </a:ext>
            </a:extLst>
          </p:cNvPr>
          <p:cNvSpPr txBox="1"/>
          <p:nvPr/>
        </p:nvSpPr>
        <p:spPr>
          <a:xfrm>
            <a:off x="1705701" y="2356503"/>
            <a:ext cx="1438716" cy="331470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Staff username 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n w="9525" cap="rnd" cmpd="sng" algn="ctr">
                  <a:solidFill>
                    <a:srgbClr val="000000"/>
                  </a:solidFill>
                  <a:prstDash val="solid"/>
                  <a:beve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F9E7EB9-F710-2082-B865-31E31F5DE017}"/>
              </a:ext>
            </a:extLst>
          </p:cNvPr>
          <p:cNvCxnSpPr>
            <a:cxnSpLocks/>
          </p:cNvCxnSpPr>
          <p:nvPr/>
        </p:nvCxnSpPr>
        <p:spPr>
          <a:xfrm>
            <a:off x="2403411" y="3451860"/>
            <a:ext cx="2560475" cy="4856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Box 2">
            <a:extLst>
              <a:ext uri="{FF2B5EF4-FFF2-40B4-BE49-F238E27FC236}">
                <a16:creationId xmlns:a16="http://schemas.microsoft.com/office/drawing/2014/main" id="{8526E38C-A55E-FC63-305C-59CCFF88A8E3}"/>
              </a:ext>
            </a:extLst>
          </p:cNvPr>
          <p:cNvSpPr txBox="1"/>
          <p:nvPr/>
        </p:nvSpPr>
        <p:spPr>
          <a:xfrm>
            <a:off x="1705701" y="3464631"/>
            <a:ext cx="1933238" cy="331469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Staff username password 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n w="9525" cap="rnd" cmpd="sng" algn="ctr">
                  <a:solidFill>
                    <a:srgbClr val="000000"/>
                  </a:solidFill>
                  <a:prstDash val="solid"/>
                  <a:beve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F2131DD-0A53-5AD5-90C8-C8E118F10C97}"/>
              </a:ext>
            </a:extLst>
          </p:cNvPr>
          <p:cNvCxnSpPr>
            <a:cxnSpLocks/>
          </p:cNvCxnSpPr>
          <p:nvPr/>
        </p:nvCxnSpPr>
        <p:spPr>
          <a:xfrm flipV="1">
            <a:off x="3461657" y="4977649"/>
            <a:ext cx="2267339" cy="5087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2">
            <a:extLst>
              <a:ext uri="{FF2B5EF4-FFF2-40B4-BE49-F238E27FC236}">
                <a16:creationId xmlns:a16="http://schemas.microsoft.com/office/drawing/2014/main" id="{072802F7-9D0D-1447-B1EA-067B4856008C}"/>
              </a:ext>
            </a:extLst>
          </p:cNvPr>
          <p:cNvSpPr txBox="1"/>
          <p:nvPr/>
        </p:nvSpPr>
        <p:spPr>
          <a:xfrm>
            <a:off x="1940767" y="5232024"/>
            <a:ext cx="2132946" cy="331469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Proceed to staff information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n w="9525" cap="rnd" cmpd="sng" algn="ctr">
                  <a:solidFill>
                    <a:srgbClr val="000000"/>
                  </a:solidFill>
                  <a:prstDash val="solid"/>
                  <a:beve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91DE10B-0534-78C9-D30A-48FC06DD24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8593" y="896929"/>
            <a:ext cx="541067" cy="594412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B850287-ADAE-7A25-FFC5-31CC3AA6DD41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2655950" y="1331170"/>
            <a:ext cx="1053884" cy="4099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Box 2">
            <a:extLst>
              <a:ext uri="{FF2B5EF4-FFF2-40B4-BE49-F238E27FC236}">
                <a16:creationId xmlns:a16="http://schemas.microsoft.com/office/drawing/2014/main" id="{1B70F5FD-5AF5-FBBD-DA52-EAEFE5B2D5C8}"/>
              </a:ext>
            </a:extLst>
          </p:cNvPr>
          <p:cNvSpPr txBox="1"/>
          <p:nvPr/>
        </p:nvSpPr>
        <p:spPr>
          <a:xfrm>
            <a:off x="1850243" y="1095827"/>
            <a:ext cx="1611414" cy="235343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Return to home page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n w="9525" cap="rnd" cmpd="sng" algn="ctr">
                  <a:solidFill>
                    <a:srgbClr val="000000"/>
                  </a:solidFill>
                  <a:prstDash val="solid"/>
                  <a:beve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612EE31-C23E-F09B-5B24-5ACA1F6567B9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3461657" y="436841"/>
            <a:ext cx="786936" cy="6322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Box 2">
            <a:extLst>
              <a:ext uri="{FF2B5EF4-FFF2-40B4-BE49-F238E27FC236}">
                <a16:creationId xmlns:a16="http://schemas.microsoft.com/office/drawing/2014/main" id="{9E3F7315-EB79-2CE9-2E7B-F56729900E49}"/>
              </a:ext>
            </a:extLst>
          </p:cNvPr>
          <p:cNvSpPr txBox="1"/>
          <p:nvPr/>
        </p:nvSpPr>
        <p:spPr>
          <a:xfrm>
            <a:off x="1850243" y="319169"/>
            <a:ext cx="1611414" cy="235343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Return to home page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n w="9525" cap="rnd" cmpd="sng" algn="ctr">
                  <a:solidFill>
                    <a:srgbClr val="000000"/>
                  </a:solidFill>
                  <a:prstDash val="solid"/>
                  <a:beve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40342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F1798B41-2560-A99A-4EE1-3A038DD51675}"/>
              </a:ext>
            </a:extLst>
          </p:cNvPr>
          <p:cNvGrpSpPr/>
          <p:nvPr/>
        </p:nvGrpSpPr>
        <p:grpSpPr>
          <a:xfrm>
            <a:off x="2170254" y="0"/>
            <a:ext cx="7089494" cy="6858000"/>
            <a:chOff x="2286000" y="923730"/>
            <a:chExt cx="7175241" cy="759978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93B33F47-9ADA-1C26-17E6-862C25CC76F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8750" t="13469" r="22398" b="12653"/>
            <a:stretch/>
          </p:blipFill>
          <p:spPr>
            <a:xfrm>
              <a:off x="2286000" y="923730"/>
              <a:ext cx="7175241" cy="5066523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915AA16-186F-8B2E-09FB-6ECB869812E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8750" t="20816" r="22398" b="5306"/>
            <a:stretch/>
          </p:blipFill>
          <p:spPr>
            <a:xfrm>
              <a:off x="2286000" y="3456992"/>
              <a:ext cx="7175241" cy="5066522"/>
            </a:xfrm>
            <a:prstGeom prst="rect">
              <a:avLst/>
            </a:prstGeom>
          </p:spPr>
        </p:pic>
      </p:grp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BB4BA88-9299-D272-771C-6E8A0582DE16}"/>
              </a:ext>
            </a:extLst>
          </p:cNvPr>
          <p:cNvCxnSpPr>
            <a:cxnSpLocks/>
          </p:cNvCxnSpPr>
          <p:nvPr/>
        </p:nvCxnSpPr>
        <p:spPr>
          <a:xfrm>
            <a:off x="697710" y="887401"/>
            <a:ext cx="1472544" cy="2353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Box 2">
            <a:extLst>
              <a:ext uri="{FF2B5EF4-FFF2-40B4-BE49-F238E27FC236}">
                <a16:creationId xmlns:a16="http://schemas.microsoft.com/office/drawing/2014/main" id="{C77C8BF9-A3FD-2DEC-4C8B-3D3F1DAE78A2}"/>
              </a:ext>
            </a:extLst>
          </p:cNvPr>
          <p:cNvSpPr txBox="1"/>
          <p:nvPr/>
        </p:nvSpPr>
        <p:spPr>
          <a:xfrm>
            <a:off x="0" y="900172"/>
            <a:ext cx="1933238" cy="331469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Proceed to overview page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n w="9525" cap="rnd" cmpd="sng" algn="ctr">
                  <a:solidFill>
                    <a:srgbClr val="000000"/>
                  </a:solidFill>
                  <a:prstDash val="solid"/>
                  <a:beve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36B9DF7-2250-0CD3-5B98-319E3E81C882}"/>
              </a:ext>
            </a:extLst>
          </p:cNvPr>
          <p:cNvCxnSpPr>
            <a:cxnSpLocks/>
          </p:cNvCxnSpPr>
          <p:nvPr/>
        </p:nvCxnSpPr>
        <p:spPr>
          <a:xfrm>
            <a:off x="697710" y="1353746"/>
            <a:ext cx="1472544" cy="2353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Box 2">
            <a:extLst>
              <a:ext uri="{FF2B5EF4-FFF2-40B4-BE49-F238E27FC236}">
                <a16:creationId xmlns:a16="http://schemas.microsoft.com/office/drawing/2014/main" id="{E2BF3BB3-415E-F884-61FE-E0CE3AF9A2A0}"/>
              </a:ext>
            </a:extLst>
          </p:cNvPr>
          <p:cNvSpPr txBox="1"/>
          <p:nvPr/>
        </p:nvSpPr>
        <p:spPr>
          <a:xfrm>
            <a:off x="0" y="1366517"/>
            <a:ext cx="1933238" cy="331469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Proceed to inventory page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n w="9525" cap="rnd" cmpd="sng" algn="ctr">
                  <a:solidFill>
                    <a:srgbClr val="000000"/>
                  </a:solidFill>
                  <a:prstDash val="solid"/>
                  <a:beve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E744157-CA45-9664-5E4F-620BBD32083E}"/>
              </a:ext>
            </a:extLst>
          </p:cNvPr>
          <p:cNvCxnSpPr>
            <a:cxnSpLocks/>
          </p:cNvCxnSpPr>
          <p:nvPr/>
        </p:nvCxnSpPr>
        <p:spPr>
          <a:xfrm>
            <a:off x="697710" y="1806885"/>
            <a:ext cx="1472544" cy="2353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Box 2">
            <a:extLst>
              <a:ext uri="{FF2B5EF4-FFF2-40B4-BE49-F238E27FC236}">
                <a16:creationId xmlns:a16="http://schemas.microsoft.com/office/drawing/2014/main" id="{35BE841B-5222-0FD8-BDC1-64E887C67596}"/>
              </a:ext>
            </a:extLst>
          </p:cNvPr>
          <p:cNvSpPr txBox="1"/>
          <p:nvPr/>
        </p:nvSpPr>
        <p:spPr>
          <a:xfrm>
            <a:off x="0" y="1819656"/>
            <a:ext cx="1933238" cy="331469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Proceed to income page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n w="9525" cap="rnd" cmpd="sng" algn="ctr">
                  <a:solidFill>
                    <a:srgbClr val="000000"/>
                  </a:solidFill>
                  <a:prstDash val="solid"/>
                  <a:beve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C7D04B5-F9BC-B46D-9C70-5C908034CA65}"/>
              </a:ext>
            </a:extLst>
          </p:cNvPr>
          <p:cNvCxnSpPr>
            <a:cxnSpLocks/>
          </p:cNvCxnSpPr>
          <p:nvPr/>
        </p:nvCxnSpPr>
        <p:spPr>
          <a:xfrm>
            <a:off x="697710" y="2278583"/>
            <a:ext cx="1472544" cy="2353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Box 2">
            <a:extLst>
              <a:ext uri="{FF2B5EF4-FFF2-40B4-BE49-F238E27FC236}">
                <a16:creationId xmlns:a16="http://schemas.microsoft.com/office/drawing/2014/main" id="{AD3784A5-186B-F9AE-FEB9-8B8C1EE47B6B}"/>
              </a:ext>
            </a:extLst>
          </p:cNvPr>
          <p:cNvSpPr txBox="1"/>
          <p:nvPr/>
        </p:nvSpPr>
        <p:spPr>
          <a:xfrm>
            <a:off x="0" y="2291354"/>
            <a:ext cx="1933238" cy="331469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Proceed to notification page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n w="9525" cap="rnd" cmpd="sng" algn="ctr">
                  <a:solidFill>
                    <a:srgbClr val="000000"/>
                  </a:solidFill>
                  <a:prstDash val="solid"/>
                  <a:beve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78ADC39-5F05-EE1A-4423-BF19307C547C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8877782" y="3037114"/>
            <a:ext cx="1473648" cy="3918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Box 2">
            <a:extLst>
              <a:ext uri="{FF2B5EF4-FFF2-40B4-BE49-F238E27FC236}">
                <a16:creationId xmlns:a16="http://schemas.microsoft.com/office/drawing/2014/main" id="{76D60923-76DF-81E6-1D15-BB0C8069667A}"/>
              </a:ext>
            </a:extLst>
          </p:cNvPr>
          <p:cNvSpPr txBox="1"/>
          <p:nvPr/>
        </p:nvSpPr>
        <p:spPr>
          <a:xfrm>
            <a:off x="9259748" y="2793799"/>
            <a:ext cx="2183363" cy="243315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Graph of m</a:t>
            </a:r>
            <a:r>
              <a:rPr lang="en-MY" sz="11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onth food sales analysis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6EC65E2-F49E-DA17-DD21-1211954FFC67}"/>
              </a:ext>
            </a:extLst>
          </p:cNvPr>
          <p:cNvCxnSpPr>
            <a:cxnSpLocks/>
            <a:stCxn id="23" idx="2"/>
          </p:cNvCxnSpPr>
          <p:nvPr/>
        </p:nvCxnSpPr>
        <p:spPr>
          <a:xfrm flipH="1">
            <a:off x="8738886" y="983848"/>
            <a:ext cx="1192194" cy="3698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Box 2">
            <a:extLst>
              <a:ext uri="{FF2B5EF4-FFF2-40B4-BE49-F238E27FC236}">
                <a16:creationId xmlns:a16="http://schemas.microsoft.com/office/drawing/2014/main" id="{753DEF11-75D7-CC85-E7DE-D782DDD85937}"/>
              </a:ext>
            </a:extLst>
          </p:cNvPr>
          <p:cNvSpPr txBox="1"/>
          <p:nvPr/>
        </p:nvSpPr>
        <p:spPr>
          <a:xfrm>
            <a:off x="9259749" y="643214"/>
            <a:ext cx="1342662" cy="340634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en-MY" sz="11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taff linked card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4D0BF0F-4E5B-B2F6-4CBB-8179437E6668}"/>
              </a:ext>
            </a:extLst>
          </p:cNvPr>
          <p:cNvCxnSpPr>
            <a:cxnSpLocks/>
            <a:stCxn id="26" idx="2"/>
          </p:cNvCxnSpPr>
          <p:nvPr/>
        </p:nvCxnSpPr>
        <p:spPr>
          <a:xfrm>
            <a:off x="2912787" y="5268912"/>
            <a:ext cx="1472601" cy="4663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Box 2">
            <a:extLst>
              <a:ext uri="{FF2B5EF4-FFF2-40B4-BE49-F238E27FC236}">
                <a16:creationId xmlns:a16="http://schemas.microsoft.com/office/drawing/2014/main" id="{974F2496-0FD8-DAAC-EE04-ED80BB322A4E}"/>
              </a:ext>
            </a:extLst>
          </p:cNvPr>
          <p:cNvSpPr txBox="1"/>
          <p:nvPr/>
        </p:nvSpPr>
        <p:spPr>
          <a:xfrm>
            <a:off x="2170254" y="5040121"/>
            <a:ext cx="1485066" cy="228791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Chart of monthly data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9" name="Text Box 2">
            <a:extLst>
              <a:ext uri="{FF2B5EF4-FFF2-40B4-BE49-F238E27FC236}">
                <a16:creationId xmlns:a16="http://schemas.microsoft.com/office/drawing/2014/main" id="{4FEE3342-972B-D260-E2CD-356E2D6FE77A}"/>
              </a:ext>
            </a:extLst>
          </p:cNvPr>
          <p:cNvSpPr txBox="1"/>
          <p:nvPr/>
        </p:nvSpPr>
        <p:spPr>
          <a:xfrm>
            <a:off x="2517712" y="2100044"/>
            <a:ext cx="1091681" cy="243316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Staff name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30BFF10-F2B3-15CE-FE47-5A9DB70FC491}"/>
              </a:ext>
            </a:extLst>
          </p:cNvPr>
          <p:cNvCxnSpPr>
            <a:cxnSpLocks/>
            <a:stCxn id="29" idx="0"/>
          </p:cNvCxnSpPr>
          <p:nvPr/>
        </p:nvCxnSpPr>
        <p:spPr>
          <a:xfrm flipV="1">
            <a:off x="3063553" y="1685177"/>
            <a:ext cx="1650152" cy="4148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E34DCAF-C273-0B4E-402C-784B651DB386}"/>
              </a:ext>
            </a:extLst>
          </p:cNvPr>
          <p:cNvCxnSpPr>
            <a:cxnSpLocks/>
            <a:stCxn id="32" idx="2"/>
          </p:cNvCxnSpPr>
          <p:nvPr/>
        </p:nvCxnSpPr>
        <p:spPr>
          <a:xfrm flipH="1" flipV="1">
            <a:off x="5170698" y="1893974"/>
            <a:ext cx="1479644" cy="4358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Box 2">
            <a:extLst>
              <a:ext uri="{FF2B5EF4-FFF2-40B4-BE49-F238E27FC236}">
                <a16:creationId xmlns:a16="http://schemas.microsoft.com/office/drawing/2014/main" id="{189FD4B1-B910-C0D1-3E7B-AF4274017B6B}"/>
              </a:ext>
            </a:extLst>
          </p:cNvPr>
          <p:cNvSpPr txBox="1"/>
          <p:nvPr/>
        </p:nvSpPr>
        <p:spPr>
          <a:xfrm>
            <a:off x="5775455" y="2072854"/>
            <a:ext cx="1749773" cy="256958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Allow staff edit profile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174884-1D2F-3F32-016E-913914F001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4883" b="95313" l="4883" r="92383">
                        <a14:foregroundMark x1="44141" y1="13477" x2="39453" y2="15430"/>
                        <a14:foregroundMark x1="47070" y1="8203" x2="47461" y2="8398"/>
                        <a14:foregroundMark x1="48047" y1="6250" x2="50586" y2="5273"/>
                        <a14:foregroundMark x1="70508" y1="26172" x2="92773" y2="50000"/>
                        <a14:foregroundMark x1="80859" y1="80273" x2="81445" y2="93750"/>
                        <a14:foregroundMark x1="39063" y1="84375" x2="35156" y2="95313"/>
                        <a14:foregroundMark x1="35156" y1="95313" x2="31250" y2="95313"/>
                        <a14:foregroundMark x1="8789" y1="47656" x2="9375" y2="44727"/>
                        <a14:foregroundMark x1="8008" y1="45313" x2="5273" y2="50000"/>
                        <a14:foregroundMark x1="4883" y1="46680" x2="6250" y2="50000"/>
                        <a14:foregroundMark x1="64453" y1="92578" x2="73633" y2="9511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50365" y="-7417"/>
            <a:ext cx="372643" cy="372643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2EE69EA-2BD8-A652-17DA-2AF60D6930D6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1718634" y="208358"/>
            <a:ext cx="4516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Box 2">
            <a:extLst>
              <a:ext uri="{FF2B5EF4-FFF2-40B4-BE49-F238E27FC236}">
                <a16:creationId xmlns:a16="http://schemas.microsoft.com/office/drawing/2014/main" id="{88C7EA11-8B09-90E7-1A07-F383CF71339D}"/>
              </a:ext>
            </a:extLst>
          </p:cNvPr>
          <p:cNvSpPr txBox="1"/>
          <p:nvPr/>
        </p:nvSpPr>
        <p:spPr>
          <a:xfrm>
            <a:off x="107220" y="90686"/>
            <a:ext cx="1611414" cy="235343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Return to home page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n w="9525" cap="rnd" cmpd="sng" algn="ctr">
                  <a:solidFill>
                    <a:srgbClr val="000000"/>
                  </a:solidFill>
                  <a:prstDash val="solid"/>
                  <a:beve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56059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F5AEBE-6DDE-52E8-B8B2-2C3B5020BA4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166"/>
          <a:stretch/>
        </p:blipFill>
        <p:spPr>
          <a:xfrm>
            <a:off x="3272074" y="0"/>
            <a:ext cx="5647851" cy="6831330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C8EC19F-1324-BF20-4359-F59DB9EF30E7}"/>
              </a:ext>
            </a:extLst>
          </p:cNvPr>
          <p:cNvCxnSpPr>
            <a:cxnSpLocks/>
          </p:cNvCxnSpPr>
          <p:nvPr/>
        </p:nvCxnSpPr>
        <p:spPr>
          <a:xfrm>
            <a:off x="2856191" y="2774159"/>
            <a:ext cx="878491" cy="3080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Box 2">
            <a:extLst>
              <a:ext uri="{FF2B5EF4-FFF2-40B4-BE49-F238E27FC236}">
                <a16:creationId xmlns:a16="http://schemas.microsoft.com/office/drawing/2014/main" id="{66DD5F88-DE2A-AAED-3142-5E067257681C}"/>
              </a:ext>
            </a:extLst>
          </p:cNvPr>
          <p:cNvSpPr txBox="1"/>
          <p:nvPr/>
        </p:nvSpPr>
        <p:spPr>
          <a:xfrm>
            <a:off x="1495335" y="2624689"/>
            <a:ext cx="1360856" cy="298939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en-MY" sz="11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upplier Address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653845B-A2ED-BE4E-D574-8E9FA66DA7E3}"/>
              </a:ext>
            </a:extLst>
          </p:cNvPr>
          <p:cNvCxnSpPr>
            <a:cxnSpLocks/>
          </p:cNvCxnSpPr>
          <p:nvPr/>
        </p:nvCxnSpPr>
        <p:spPr>
          <a:xfrm>
            <a:off x="2723453" y="1757290"/>
            <a:ext cx="878491" cy="3080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Box 2">
            <a:extLst>
              <a:ext uri="{FF2B5EF4-FFF2-40B4-BE49-F238E27FC236}">
                <a16:creationId xmlns:a16="http://schemas.microsoft.com/office/drawing/2014/main" id="{2FE1786D-7E4B-AFBC-8EB6-CF3649E3ACA7}"/>
              </a:ext>
            </a:extLst>
          </p:cNvPr>
          <p:cNvSpPr txBox="1"/>
          <p:nvPr/>
        </p:nvSpPr>
        <p:spPr>
          <a:xfrm>
            <a:off x="1502556" y="1607820"/>
            <a:ext cx="1220897" cy="298939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en-MY" sz="11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upplier Name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A1F076F-6F02-93BD-6EF8-B5E8BE73C8D3}"/>
              </a:ext>
            </a:extLst>
          </p:cNvPr>
          <p:cNvCxnSpPr>
            <a:cxnSpLocks/>
          </p:cNvCxnSpPr>
          <p:nvPr/>
        </p:nvCxnSpPr>
        <p:spPr>
          <a:xfrm flipH="1">
            <a:off x="7979891" y="1613837"/>
            <a:ext cx="538957" cy="29893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Box 2">
            <a:extLst>
              <a:ext uri="{FF2B5EF4-FFF2-40B4-BE49-F238E27FC236}">
                <a16:creationId xmlns:a16="http://schemas.microsoft.com/office/drawing/2014/main" id="{C2F166D7-277E-329B-7B06-0CCADAC15BB6}"/>
              </a:ext>
            </a:extLst>
          </p:cNvPr>
          <p:cNvSpPr txBox="1"/>
          <p:nvPr/>
        </p:nvSpPr>
        <p:spPr>
          <a:xfrm>
            <a:off x="8518848" y="1473880"/>
            <a:ext cx="1782148" cy="289428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en-MY" sz="11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upplier Telephone Number 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DE1D88B-6B64-1202-F8D8-7AF6B156D5DC}"/>
              </a:ext>
            </a:extLst>
          </p:cNvPr>
          <p:cNvCxnSpPr>
            <a:cxnSpLocks/>
          </p:cNvCxnSpPr>
          <p:nvPr/>
        </p:nvCxnSpPr>
        <p:spPr>
          <a:xfrm>
            <a:off x="2856191" y="3487513"/>
            <a:ext cx="878491" cy="3080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Box 2">
            <a:extLst>
              <a:ext uri="{FF2B5EF4-FFF2-40B4-BE49-F238E27FC236}">
                <a16:creationId xmlns:a16="http://schemas.microsoft.com/office/drawing/2014/main" id="{3FEDAC3D-4D04-F15A-F525-ABEDD777B9B0}"/>
              </a:ext>
            </a:extLst>
          </p:cNvPr>
          <p:cNvSpPr txBox="1"/>
          <p:nvPr/>
        </p:nvSpPr>
        <p:spPr>
          <a:xfrm>
            <a:off x="1495335" y="3338043"/>
            <a:ext cx="1360856" cy="298939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en-MY" sz="11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upplier Postcode 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58DAE15-E001-F4A6-848D-F9CF24CA678E}"/>
              </a:ext>
            </a:extLst>
          </p:cNvPr>
          <p:cNvCxnSpPr>
            <a:cxnSpLocks/>
          </p:cNvCxnSpPr>
          <p:nvPr/>
        </p:nvCxnSpPr>
        <p:spPr>
          <a:xfrm>
            <a:off x="2856191" y="4942091"/>
            <a:ext cx="878491" cy="3080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2">
            <a:extLst>
              <a:ext uri="{FF2B5EF4-FFF2-40B4-BE49-F238E27FC236}">
                <a16:creationId xmlns:a16="http://schemas.microsoft.com/office/drawing/2014/main" id="{AFFE5F79-5E98-211F-E882-6628B41E122B}"/>
              </a:ext>
            </a:extLst>
          </p:cNvPr>
          <p:cNvSpPr txBox="1"/>
          <p:nvPr/>
        </p:nvSpPr>
        <p:spPr>
          <a:xfrm>
            <a:off x="935499" y="4792621"/>
            <a:ext cx="1920692" cy="298939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Supplier Debit Card Number 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2DDACE7-18AE-6089-CAAC-66C6E9E5F598}"/>
              </a:ext>
            </a:extLst>
          </p:cNvPr>
          <p:cNvCxnSpPr>
            <a:cxnSpLocks/>
          </p:cNvCxnSpPr>
          <p:nvPr/>
        </p:nvCxnSpPr>
        <p:spPr>
          <a:xfrm>
            <a:off x="2754286" y="5694516"/>
            <a:ext cx="878491" cy="30351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Box 2">
            <a:extLst>
              <a:ext uri="{FF2B5EF4-FFF2-40B4-BE49-F238E27FC236}">
                <a16:creationId xmlns:a16="http://schemas.microsoft.com/office/drawing/2014/main" id="{08047743-5D58-D155-F99D-AF662490ABCE}"/>
              </a:ext>
            </a:extLst>
          </p:cNvPr>
          <p:cNvSpPr txBox="1"/>
          <p:nvPr/>
        </p:nvSpPr>
        <p:spPr>
          <a:xfrm>
            <a:off x="544344" y="5540471"/>
            <a:ext cx="2209942" cy="308089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Supplier Debit Card Expiry Date  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57EE6C6-E63E-98DA-0D3A-B66D247F1A11}"/>
              </a:ext>
            </a:extLst>
          </p:cNvPr>
          <p:cNvCxnSpPr>
            <a:cxnSpLocks/>
          </p:cNvCxnSpPr>
          <p:nvPr/>
        </p:nvCxnSpPr>
        <p:spPr>
          <a:xfrm flipH="1">
            <a:off x="6027420" y="5356140"/>
            <a:ext cx="642271" cy="3664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Box 2">
            <a:extLst>
              <a:ext uri="{FF2B5EF4-FFF2-40B4-BE49-F238E27FC236}">
                <a16:creationId xmlns:a16="http://schemas.microsoft.com/office/drawing/2014/main" id="{1D3F4D1E-4765-33CE-1D18-DBA09134437E}"/>
              </a:ext>
            </a:extLst>
          </p:cNvPr>
          <p:cNvSpPr txBox="1"/>
          <p:nvPr/>
        </p:nvSpPr>
        <p:spPr>
          <a:xfrm>
            <a:off x="6899984" y="5804127"/>
            <a:ext cx="1534181" cy="289428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Save the edited Profile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9B464B5-525A-8665-ABA4-9F7AB0FBDEB0}"/>
              </a:ext>
            </a:extLst>
          </p:cNvPr>
          <p:cNvCxnSpPr>
            <a:cxnSpLocks/>
            <a:stCxn id="19" idx="1"/>
          </p:cNvCxnSpPr>
          <p:nvPr/>
        </p:nvCxnSpPr>
        <p:spPr>
          <a:xfrm flipH="1">
            <a:off x="8434165" y="5955420"/>
            <a:ext cx="595135" cy="44140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Box 2">
            <a:extLst>
              <a:ext uri="{FF2B5EF4-FFF2-40B4-BE49-F238E27FC236}">
                <a16:creationId xmlns:a16="http://schemas.microsoft.com/office/drawing/2014/main" id="{B9F53AF8-04BC-95D8-D0F1-9B6FB0933364}"/>
              </a:ext>
            </a:extLst>
          </p:cNvPr>
          <p:cNvSpPr txBox="1"/>
          <p:nvPr/>
        </p:nvSpPr>
        <p:spPr>
          <a:xfrm>
            <a:off x="9029300" y="5810706"/>
            <a:ext cx="3086495" cy="289428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Cancel the changes and return to supplier profile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" name="Text Box 2">
            <a:extLst>
              <a:ext uri="{FF2B5EF4-FFF2-40B4-BE49-F238E27FC236}">
                <a16:creationId xmlns:a16="http://schemas.microsoft.com/office/drawing/2014/main" id="{0FA4ADF6-776D-6261-675A-16FD7BAF684B}"/>
              </a:ext>
            </a:extLst>
          </p:cNvPr>
          <p:cNvSpPr txBox="1"/>
          <p:nvPr/>
        </p:nvSpPr>
        <p:spPr>
          <a:xfrm>
            <a:off x="6669691" y="5211426"/>
            <a:ext cx="2209942" cy="289428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Supplier Debit Card CVV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FDF7874-6C48-0101-5E97-A02E81F7C0FE}"/>
              </a:ext>
            </a:extLst>
          </p:cNvPr>
          <p:cNvCxnSpPr>
            <a:cxnSpLocks/>
          </p:cNvCxnSpPr>
          <p:nvPr/>
        </p:nvCxnSpPr>
        <p:spPr>
          <a:xfrm flipH="1">
            <a:off x="7341870" y="6093555"/>
            <a:ext cx="285983" cy="3032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02925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905271-983F-1115-98B8-A00AF76A667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826" t="14013" r="22322" b="6530"/>
          <a:stretch/>
        </p:blipFill>
        <p:spPr>
          <a:xfrm>
            <a:off x="2051746" y="0"/>
            <a:ext cx="7556118" cy="6858000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4B3FFFB-7764-2395-DF72-AA246974DB41}"/>
              </a:ext>
            </a:extLst>
          </p:cNvPr>
          <p:cNvCxnSpPr>
            <a:cxnSpLocks/>
          </p:cNvCxnSpPr>
          <p:nvPr/>
        </p:nvCxnSpPr>
        <p:spPr>
          <a:xfrm>
            <a:off x="697710" y="1391254"/>
            <a:ext cx="1472544" cy="2353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Box 2">
            <a:extLst>
              <a:ext uri="{FF2B5EF4-FFF2-40B4-BE49-F238E27FC236}">
                <a16:creationId xmlns:a16="http://schemas.microsoft.com/office/drawing/2014/main" id="{BFA70F72-5C68-F8A7-0623-50782610CA08}"/>
              </a:ext>
            </a:extLst>
          </p:cNvPr>
          <p:cNvSpPr txBox="1"/>
          <p:nvPr/>
        </p:nvSpPr>
        <p:spPr>
          <a:xfrm>
            <a:off x="0" y="1404025"/>
            <a:ext cx="1933238" cy="331469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Proceed to overview page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n w="9525" cap="rnd" cmpd="sng" algn="ctr">
                  <a:solidFill>
                    <a:srgbClr val="000000"/>
                  </a:solidFill>
                  <a:prstDash val="solid"/>
                  <a:beve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CCB1173-44B7-B0AF-8BF6-76C780F65C12}"/>
              </a:ext>
            </a:extLst>
          </p:cNvPr>
          <p:cNvCxnSpPr>
            <a:cxnSpLocks/>
          </p:cNvCxnSpPr>
          <p:nvPr/>
        </p:nvCxnSpPr>
        <p:spPr>
          <a:xfrm>
            <a:off x="686549" y="1932635"/>
            <a:ext cx="1472544" cy="2353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Box 2">
            <a:extLst>
              <a:ext uri="{FF2B5EF4-FFF2-40B4-BE49-F238E27FC236}">
                <a16:creationId xmlns:a16="http://schemas.microsoft.com/office/drawing/2014/main" id="{375A5A93-F296-E6CC-3579-BE233EAAB7FF}"/>
              </a:ext>
            </a:extLst>
          </p:cNvPr>
          <p:cNvSpPr txBox="1"/>
          <p:nvPr/>
        </p:nvSpPr>
        <p:spPr>
          <a:xfrm>
            <a:off x="-11161" y="1945406"/>
            <a:ext cx="1933238" cy="331469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Proceed to inventory page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n w="9525" cap="rnd" cmpd="sng" algn="ctr">
                  <a:solidFill>
                    <a:srgbClr val="000000"/>
                  </a:solidFill>
                  <a:prstDash val="solid"/>
                  <a:beve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D0C68B6-6C3C-D009-89A8-814C156ED4DC}"/>
              </a:ext>
            </a:extLst>
          </p:cNvPr>
          <p:cNvCxnSpPr>
            <a:cxnSpLocks/>
          </p:cNvCxnSpPr>
          <p:nvPr/>
        </p:nvCxnSpPr>
        <p:spPr>
          <a:xfrm>
            <a:off x="690269" y="2442609"/>
            <a:ext cx="1472544" cy="2353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Box 2">
            <a:extLst>
              <a:ext uri="{FF2B5EF4-FFF2-40B4-BE49-F238E27FC236}">
                <a16:creationId xmlns:a16="http://schemas.microsoft.com/office/drawing/2014/main" id="{CD072174-02DA-C30A-F9AB-F0D015858F58}"/>
              </a:ext>
            </a:extLst>
          </p:cNvPr>
          <p:cNvSpPr txBox="1"/>
          <p:nvPr/>
        </p:nvSpPr>
        <p:spPr>
          <a:xfrm>
            <a:off x="-7441" y="2455380"/>
            <a:ext cx="1933238" cy="331469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Proceed to income page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n w="9525" cap="rnd" cmpd="sng" algn="ctr">
                  <a:solidFill>
                    <a:srgbClr val="000000"/>
                  </a:solidFill>
                  <a:prstDash val="solid"/>
                  <a:beve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2F7E25B-545E-F4CE-8881-4A7996F86CDD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1933238" y="3196357"/>
            <a:ext cx="237016" cy="568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2">
            <a:extLst>
              <a:ext uri="{FF2B5EF4-FFF2-40B4-BE49-F238E27FC236}">
                <a16:creationId xmlns:a16="http://schemas.microsoft.com/office/drawing/2014/main" id="{AC339CBF-FE2F-958F-9A12-B3ED116BA54D}"/>
              </a:ext>
            </a:extLst>
          </p:cNvPr>
          <p:cNvSpPr txBox="1"/>
          <p:nvPr/>
        </p:nvSpPr>
        <p:spPr>
          <a:xfrm>
            <a:off x="0" y="3030622"/>
            <a:ext cx="1933238" cy="331469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Proceed to notification page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n w="9525" cap="rnd" cmpd="sng" algn="ctr">
                  <a:solidFill>
                    <a:srgbClr val="000000"/>
                  </a:solidFill>
                  <a:prstDash val="solid"/>
                  <a:beve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0AF530A-2AC3-D366-C804-3ADE75EF8602}"/>
              </a:ext>
            </a:extLst>
          </p:cNvPr>
          <p:cNvCxnSpPr>
            <a:cxnSpLocks/>
            <a:stCxn id="17" idx="2"/>
          </p:cNvCxnSpPr>
          <p:nvPr/>
        </p:nvCxnSpPr>
        <p:spPr>
          <a:xfrm flipH="1">
            <a:off x="5281127" y="2621114"/>
            <a:ext cx="231466" cy="40950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Box 2">
            <a:extLst>
              <a:ext uri="{FF2B5EF4-FFF2-40B4-BE49-F238E27FC236}">
                <a16:creationId xmlns:a16="http://schemas.microsoft.com/office/drawing/2014/main" id="{3D5A5DAE-08E6-CCF6-655A-B26D36BE6326}"/>
              </a:ext>
            </a:extLst>
          </p:cNvPr>
          <p:cNvSpPr txBox="1"/>
          <p:nvPr/>
        </p:nvSpPr>
        <p:spPr>
          <a:xfrm>
            <a:off x="4545974" y="2289645"/>
            <a:ext cx="1933238" cy="331469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Allow user search items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n w="9525" cap="rnd" cmpd="sng" algn="ctr">
                  <a:solidFill>
                    <a:srgbClr val="000000"/>
                  </a:solidFill>
                  <a:prstDash val="solid"/>
                  <a:beve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52CFEEA-672A-CA60-0B85-E0B587937BFC}"/>
              </a:ext>
            </a:extLst>
          </p:cNvPr>
          <p:cNvCxnSpPr>
            <a:cxnSpLocks/>
            <a:stCxn id="22" idx="2"/>
          </p:cNvCxnSpPr>
          <p:nvPr/>
        </p:nvCxnSpPr>
        <p:spPr>
          <a:xfrm flipH="1">
            <a:off x="8126963" y="2774078"/>
            <a:ext cx="451697" cy="2565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Box 2">
            <a:extLst>
              <a:ext uri="{FF2B5EF4-FFF2-40B4-BE49-F238E27FC236}">
                <a16:creationId xmlns:a16="http://schemas.microsoft.com/office/drawing/2014/main" id="{151BD1AD-6FC8-F6C7-0115-A937B567A863}"/>
              </a:ext>
            </a:extLst>
          </p:cNvPr>
          <p:cNvSpPr txBox="1"/>
          <p:nvPr/>
        </p:nvSpPr>
        <p:spPr>
          <a:xfrm>
            <a:off x="7612041" y="2442609"/>
            <a:ext cx="1933238" cy="331469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Order food to supplier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n w="9525" cap="rnd" cmpd="sng" algn="ctr">
                  <a:solidFill>
                    <a:srgbClr val="000000"/>
                  </a:solidFill>
                  <a:prstDash val="solid"/>
                  <a:beve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4D5908A-554E-D4C7-410D-A72CCCA5222A}"/>
              </a:ext>
            </a:extLst>
          </p:cNvPr>
          <p:cNvCxnSpPr>
            <a:cxnSpLocks/>
            <a:stCxn id="26" idx="2"/>
          </p:cNvCxnSpPr>
          <p:nvPr/>
        </p:nvCxnSpPr>
        <p:spPr>
          <a:xfrm>
            <a:off x="3462110" y="767432"/>
            <a:ext cx="662021" cy="5201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Box 2">
            <a:extLst>
              <a:ext uri="{FF2B5EF4-FFF2-40B4-BE49-F238E27FC236}">
                <a16:creationId xmlns:a16="http://schemas.microsoft.com/office/drawing/2014/main" id="{98136065-3611-E3C3-E6D5-00EB630638A2}"/>
              </a:ext>
            </a:extLst>
          </p:cNvPr>
          <p:cNvSpPr txBox="1"/>
          <p:nvPr/>
        </p:nvSpPr>
        <p:spPr>
          <a:xfrm>
            <a:off x="2495491" y="435963"/>
            <a:ext cx="1933238" cy="331469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Show information of inventory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n w="9525" cap="rnd" cmpd="sng" algn="ctr">
                  <a:solidFill>
                    <a:srgbClr val="000000"/>
                  </a:solidFill>
                  <a:prstDash val="solid"/>
                  <a:beve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6E9DA77-B0CC-2312-7228-2B45C7D5E5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883" b="95313" l="4883" r="92383">
                        <a14:foregroundMark x1="44141" y1="13477" x2="39453" y2="15430"/>
                        <a14:foregroundMark x1="47070" y1="8203" x2="47461" y2="8398"/>
                        <a14:foregroundMark x1="48047" y1="6250" x2="50586" y2="5273"/>
                        <a14:foregroundMark x1="70508" y1="26172" x2="92773" y2="50000"/>
                        <a14:foregroundMark x1="80859" y1="80273" x2="81445" y2="93750"/>
                        <a14:foregroundMark x1="39063" y1="84375" x2="35156" y2="95313"/>
                        <a14:foregroundMark x1="35156" y1="95313" x2="31250" y2="95313"/>
                        <a14:foregroundMark x1="8789" y1="47656" x2="9375" y2="44727"/>
                        <a14:foregroundMark x1="8008" y1="45313" x2="5273" y2="50000"/>
                        <a14:foregroundMark x1="4883" y1="46680" x2="6250" y2="50000"/>
                        <a14:foregroundMark x1="64453" y1="92578" x2="73633" y2="9511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04065" y="4158"/>
            <a:ext cx="423387" cy="423387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86F8B19-B51B-C04B-401A-F9F9AE53F42D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1747148" y="318292"/>
            <a:ext cx="423106" cy="68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Box 2">
            <a:extLst>
              <a:ext uri="{FF2B5EF4-FFF2-40B4-BE49-F238E27FC236}">
                <a16:creationId xmlns:a16="http://schemas.microsoft.com/office/drawing/2014/main" id="{AB04A20C-E0FE-FE7A-D46A-59107B9F1D02}"/>
              </a:ext>
            </a:extLst>
          </p:cNvPr>
          <p:cNvSpPr txBox="1"/>
          <p:nvPr/>
        </p:nvSpPr>
        <p:spPr>
          <a:xfrm>
            <a:off x="135734" y="200620"/>
            <a:ext cx="1611414" cy="235343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Return to home page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n w="9525" cap="rnd" cmpd="sng" algn="ctr">
                  <a:solidFill>
                    <a:srgbClr val="000000"/>
                  </a:solidFill>
                  <a:prstDash val="solid"/>
                  <a:beve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42359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45B3D7-E2B4-9EB0-A799-FEE09D2CF23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750" t="13222" r="22251" b="23556"/>
          <a:stretch/>
        </p:blipFill>
        <p:spPr>
          <a:xfrm>
            <a:off x="2105031" y="731520"/>
            <a:ext cx="8512259" cy="513080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DA5F83A-59DD-823C-C446-F3EAD8D36C0D}"/>
              </a:ext>
            </a:extLst>
          </p:cNvPr>
          <p:cNvCxnSpPr>
            <a:cxnSpLocks/>
          </p:cNvCxnSpPr>
          <p:nvPr/>
        </p:nvCxnSpPr>
        <p:spPr>
          <a:xfrm>
            <a:off x="720032" y="1999564"/>
            <a:ext cx="1472544" cy="2353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Box 2">
            <a:extLst>
              <a:ext uri="{FF2B5EF4-FFF2-40B4-BE49-F238E27FC236}">
                <a16:creationId xmlns:a16="http://schemas.microsoft.com/office/drawing/2014/main" id="{2148CB10-B1A0-F8BD-139F-89F51E0F1FBA}"/>
              </a:ext>
            </a:extLst>
          </p:cNvPr>
          <p:cNvSpPr txBox="1"/>
          <p:nvPr/>
        </p:nvSpPr>
        <p:spPr>
          <a:xfrm>
            <a:off x="22322" y="2012335"/>
            <a:ext cx="1933238" cy="331469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Proceed to overview page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n w="9525" cap="rnd" cmpd="sng" algn="ctr">
                  <a:solidFill>
                    <a:srgbClr val="000000"/>
                  </a:solidFill>
                  <a:prstDash val="solid"/>
                  <a:beve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502778E-AB8A-24BA-580E-7977E136E52B}"/>
              </a:ext>
            </a:extLst>
          </p:cNvPr>
          <p:cNvCxnSpPr>
            <a:cxnSpLocks/>
          </p:cNvCxnSpPr>
          <p:nvPr/>
        </p:nvCxnSpPr>
        <p:spPr>
          <a:xfrm>
            <a:off x="708871" y="2540945"/>
            <a:ext cx="1472544" cy="2353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Box 2">
            <a:extLst>
              <a:ext uri="{FF2B5EF4-FFF2-40B4-BE49-F238E27FC236}">
                <a16:creationId xmlns:a16="http://schemas.microsoft.com/office/drawing/2014/main" id="{0321508F-BF5B-F4BC-A451-BF5247239803}"/>
              </a:ext>
            </a:extLst>
          </p:cNvPr>
          <p:cNvSpPr txBox="1"/>
          <p:nvPr/>
        </p:nvSpPr>
        <p:spPr>
          <a:xfrm>
            <a:off x="11161" y="2553716"/>
            <a:ext cx="1933238" cy="331469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Proceed to inventory page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n w="9525" cap="rnd" cmpd="sng" algn="ctr">
                  <a:solidFill>
                    <a:srgbClr val="000000"/>
                  </a:solidFill>
                  <a:prstDash val="solid"/>
                  <a:beve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350CF6E-8659-B46D-2FEA-F973CDDCC733}"/>
              </a:ext>
            </a:extLst>
          </p:cNvPr>
          <p:cNvCxnSpPr>
            <a:cxnSpLocks/>
          </p:cNvCxnSpPr>
          <p:nvPr/>
        </p:nvCxnSpPr>
        <p:spPr>
          <a:xfrm>
            <a:off x="708871" y="3118414"/>
            <a:ext cx="1472544" cy="2353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Box 2">
            <a:extLst>
              <a:ext uri="{FF2B5EF4-FFF2-40B4-BE49-F238E27FC236}">
                <a16:creationId xmlns:a16="http://schemas.microsoft.com/office/drawing/2014/main" id="{8C4F477C-A9A6-1A48-D5C2-E3A220AE88F3}"/>
              </a:ext>
            </a:extLst>
          </p:cNvPr>
          <p:cNvSpPr txBox="1"/>
          <p:nvPr/>
        </p:nvSpPr>
        <p:spPr>
          <a:xfrm>
            <a:off x="11161" y="3131185"/>
            <a:ext cx="1933238" cy="331469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Proceed to income page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n w="9525" cap="rnd" cmpd="sng" algn="ctr">
                  <a:solidFill>
                    <a:srgbClr val="000000"/>
                  </a:solidFill>
                  <a:prstDash val="solid"/>
                  <a:beve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45D233A-86E6-5E79-6D7F-D68C609557D5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1933238" y="3872164"/>
            <a:ext cx="237016" cy="568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Box 2">
            <a:extLst>
              <a:ext uri="{FF2B5EF4-FFF2-40B4-BE49-F238E27FC236}">
                <a16:creationId xmlns:a16="http://schemas.microsoft.com/office/drawing/2014/main" id="{74C95C60-27B6-B5B1-75CC-69972720E33B}"/>
              </a:ext>
            </a:extLst>
          </p:cNvPr>
          <p:cNvSpPr txBox="1"/>
          <p:nvPr/>
        </p:nvSpPr>
        <p:spPr>
          <a:xfrm>
            <a:off x="0" y="3706429"/>
            <a:ext cx="1933238" cy="331469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Proceed to notification page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n w="9525" cap="rnd" cmpd="sng" algn="ctr">
                  <a:solidFill>
                    <a:srgbClr val="000000"/>
                  </a:solidFill>
                  <a:prstDash val="solid"/>
                  <a:beve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FB6EC63-CD25-6F49-2ED9-D8CB27D15B2E}"/>
              </a:ext>
            </a:extLst>
          </p:cNvPr>
          <p:cNvCxnSpPr>
            <a:cxnSpLocks/>
            <a:stCxn id="33" idx="0"/>
          </p:cNvCxnSpPr>
          <p:nvPr/>
        </p:nvCxnSpPr>
        <p:spPr>
          <a:xfrm flipV="1">
            <a:off x="1634112" y="4838823"/>
            <a:ext cx="1190368" cy="5596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Box 2">
            <a:extLst>
              <a:ext uri="{FF2B5EF4-FFF2-40B4-BE49-F238E27FC236}">
                <a16:creationId xmlns:a16="http://schemas.microsoft.com/office/drawing/2014/main" id="{22619E3D-0D97-F11D-B2E6-A3870282089E}"/>
              </a:ext>
            </a:extLst>
          </p:cNvPr>
          <p:cNvSpPr txBox="1"/>
          <p:nvPr/>
        </p:nvSpPr>
        <p:spPr>
          <a:xfrm>
            <a:off x="321824" y="5398486"/>
            <a:ext cx="2624576" cy="235343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Download report of expenses in PDF form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n w="9525" cap="rnd" cmpd="sng" algn="ctr">
                  <a:solidFill>
                    <a:srgbClr val="000000"/>
                  </a:solidFill>
                  <a:prstDash val="solid"/>
                  <a:beve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7FC922B-9151-3C12-6D43-4CDA91E3E8D8}"/>
              </a:ext>
            </a:extLst>
          </p:cNvPr>
          <p:cNvCxnSpPr>
            <a:cxnSpLocks/>
            <a:stCxn id="38" idx="0"/>
          </p:cNvCxnSpPr>
          <p:nvPr/>
        </p:nvCxnSpPr>
        <p:spPr>
          <a:xfrm flipV="1">
            <a:off x="4631312" y="5862320"/>
            <a:ext cx="1190368" cy="5596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 Box 2">
            <a:extLst>
              <a:ext uri="{FF2B5EF4-FFF2-40B4-BE49-F238E27FC236}">
                <a16:creationId xmlns:a16="http://schemas.microsoft.com/office/drawing/2014/main" id="{5F090D5C-2E13-30F5-20F8-A1A9797CE555}"/>
              </a:ext>
            </a:extLst>
          </p:cNvPr>
          <p:cNvSpPr txBox="1"/>
          <p:nvPr/>
        </p:nvSpPr>
        <p:spPr>
          <a:xfrm>
            <a:off x="3319024" y="6421983"/>
            <a:ext cx="2624576" cy="235343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Chart of expenses analysis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n w="9525" cap="rnd" cmpd="sng" algn="ctr">
                  <a:solidFill>
                    <a:srgbClr val="000000"/>
                  </a:solidFill>
                  <a:prstDash val="solid"/>
                  <a:beve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482D72B-FE84-1CD0-8532-55A0533E3D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883" b="95313" l="4883" r="92383">
                        <a14:foregroundMark x1="44141" y1="13477" x2="39453" y2="15430"/>
                        <a14:foregroundMark x1="47070" y1="8203" x2="47461" y2="8398"/>
                        <a14:foregroundMark x1="48047" y1="6250" x2="50586" y2="5273"/>
                        <a14:foregroundMark x1="70508" y1="26172" x2="92773" y2="50000"/>
                        <a14:foregroundMark x1="80859" y1="80273" x2="81445" y2="93750"/>
                        <a14:foregroundMark x1="39063" y1="84375" x2="35156" y2="95313"/>
                        <a14:foregroundMark x1="35156" y1="95313" x2="31250" y2="95313"/>
                        <a14:foregroundMark x1="8789" y1="47656" x2="9375" y2="44727"/>
                        <a14:foregroundMark x1="8008" y1="45313" x2="5273" y2="50000"/>
                        <a14:foregroundMark x1="4883" y1="46680" x2="6250" y2="50000"/>
                        <a14:foregroundMark x1="64453" y1="92578" x2="73633" y2="9511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29296" y="743095"/>
            <a:ext cx="457926" cy="457926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E206981-F293-C639-3431-095CEF535C33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1127531" y="397371"/>
            <a:ext cx="1053884" cy="4099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Box 2">
            <a:extLst>
              <a:ext uri="{FF2B5EF4-FFF2-40B4-BE49-F238E27FC236}">
                <a16:creationId xmlns:a16="http://schemas.microsoft.com/office/drawing/2014/main" id="{CE2798FC-DF4C-9201-C067-C85A4B51585C}"/>
              </a:ext>
            </a:extLst>
          </p:cNvPr>
          <p:cNvSpPr txBox="1"/>
          <p:nvPr/>
        </p:nvSpPr>
        <p:spPr>
          <a:xfrm>
            <a:off x="321824" y="162028"/>
            <a:ext cx="1611414" cy="235343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Return to home page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n w="9525" cap="rnd" cmpd="sng" algn="ctr">
                  <a:solidFill>
                    <a:srgbClr val="000000"/>
                  </a:solidFill>
                  <a:prstDash val="solid"/>
                  <a:beve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04369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91974AE-177F-00BC-874E-327B761E74C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749" t="16000" r="22250" b="5889"/>
          <a:stretch/>
        </p:blipFill>
        <p:spPr>
          <a:xfrm>
            <a:off x="1839000" y="116558"/>
            <a:ext cx="8514000" cy="6340404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E1D336D0-7D38-5F80-DC35-49F08BC7DB76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3637280" y="2214158"/>
            <a:ext cx="141224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Box 2">
            <a:extLst>
              <a:ext uri="{FF2B5EF4-FFF2-40B4-BE49-F238E27FC236}">
                <a16:creationId xmlns:a16="http://schemas.microsoft.com/office/drawing/2014/main" id="{C89DCB88-C72A-7288-4317-61EF52C8BA4B}"/>
              </a:ext>
            </a:extLst>
          </p:cNvPr>
          <p:cNvSpPr txBox="1"/>
          <p:nvPr/>
        </p:nvSpPr>
        <p:spPr>
          <a:xfrm>
            <a:off x="1012704" y="2096486"/>
            <a:ext cx="2624576" cy="235343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List of evolution of general expenses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n w="9525" cap="rnd" cmpd="sng" algn="ctr">
                  <a:solidFill>
                    <a:srgbClr val="000000"/>
                  </a:solidFill>
                  <a:prstDash val="solid"/>
                  <a:beve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1DB5483-BD0D-625A-912F-F6FCB870A53A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2824480" y="5251998"/>
            <a:ext cx="97536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Box 2">
            <a:extLst>
              <a:ext uri="{FF2B5EF4-FFF2-40B4-BE49-F238E27FC236}">
                <a16:creationId xmlns:a16="http://schemas.microsoft.com/office/drawing/2014/main" id="{1CE5C359-C619-A72F-67F8-A0E1CE4EA235}"/>
              </a:ext>
            </a:extLst>
          </p:cNvPr>
          <p:cNvSpPr txBox="1"/>
          <p:nvPr/>
        </p:nvSpPr>
        <p:spPr>
          <a:xfrm>
            <a:off x="199904" y="5134326"/>
            <a:ext cx="2624576" cy="235343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Graph of evolution of general expenses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n w="9525" cap="rnd" cmpd="sng" algn="ctr">
                  <a:solidFill>
                    <a:srgbClr val="000000"/>
                  </a:solidFill>
                  <a:prstDash val="solid"/>
                  <a:beve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16399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0856D8-3833-CA59-F3CC-26DA08DFC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2839" y="161020"/>
            <a:ext cx="8354891" cy="6696980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59A1E1E-6617-D551-F564-249A51C7695B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8780106" y="6119746"/>
            <a:ext cx="629112" cy="1176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Box 2">
            <a:extLst>
              <a:ext uri="{FF2B5EF4-FFF2-40B4-BE49-F238E27FC236}">
                <a16:creationId xmlns:a16="http://schemas.microsoft.com/office/drawing/2014/main" id="{47420914-DA84-F7D9-8788-38F5EB537E72}"/>
              </a:ext>
            </a:extLst>
          </p:cNvPr>
          <p:cNvSpPr txBox="1"/>
          <p:nvPr/>
        </p:nvSpPr>
        <p:spPr>
          <a:xfrm>
            <a:off x="9409218" y="6002074"/>
            <a:ext cx="2624576" cy="235343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Return to kiosk staff page 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n w="9525" cap="rnd" cmpd="sng" algn="ctr">
                  <a:solidFill>
                    <a:srgbClr val="000000"/>
                  </a:solidFill>
                  <a:prstDash val="solid"/>
                  <a:beve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30717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E65025-AD39-A6A5-B927-F91EE3FB2C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1720" y="-1"/>
            <a:ext cx="6701529" cy="6858107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37B4330-ECEF-4BBF-E073-97F63E6B7356}"/>
              </a:ext>
            </a:extLst>
          </p:cNvPr>
          <p:cNvCxnSpPr>
            <a:cxnSpLocks/>
            <a:stCxn id="25" idx="3"/>
          </p:cNvCxnSpPr>
          <p:nvPr/>
        </p:nvCxnSpPr>
        <p:spPr>
          <a:xfrm flipV="1">
            <a:off x="2195490" y="341376"/>
            <a:ext cx="563261" cy="4718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76E7CB7-7266-398D-38DE-0CBCED79C651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3685591" y="1233090"/>
            <a:ext cx="358224" cy="207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Box 2">
            <a:extLst>
              <a:ext uri="{FF2B5EF4-FFF2-40B4-BE49-F238E27FC236}">
                <a16:creationId xmlns:a16="http://schemas.microsoft.com/office/drawing/2014/main" id="{09157246-8D94-687E-D0B4-327ACDD7E67C}"/>
              </a:ext>
            </a:extLst>
          </p:cNvPr>
          <p:cNvSpPr txBox="1"/>
          <p:nvPr/>
        </p:nvSpPr>
        <p:spPr>
          <a:xfrm>
            <a:off x="4043815" y="1067355"/>
            <a:ext cx="1933238" cy="331469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Proceed to overview page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n w="9525" cap="rnd" cmpd="sng" algn="ctr">
                  <a:solidFill>
                    <a:srgbClr val="000000"/>
                  </a:solidFill>
                  <a:prstDash val="solid"/>
                  <a:beve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4932DCE-BA04-62F2-E1F7-2AFCF517938C}"/>
              </a:ext>
            </a:extLst>
          </p:cNvPr>
          <p:cNvCxnSpPr>
            <a:cxnSpLocks/>
            <a:stCxn id="9" idx="1"/>
          </p:cNvCxnSpPr>
          <p:nvPr/>
        </p:nvCxnSpPr>
        <p:spPr>
          <a:xfrm flipH="1" flipV="1">
            <a:off x="3685591" y="1655247"/>
            <a:ext cx="412377" cy="176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Box 2">
            <a:extLst>
              <a:ext uri="{FF2B5EF4-FFF2-40B4-BE49-F238E27FC236}">
                <a16:creationId xmlns:a16="http://schemas.microsoft.com/office/drawing/2014/main" id="{40AE3E09-37F3-ACD9-EBAD-1E57E3285823}"/>
              </a:ext>
            </a:extLst>
          </p:cNvPr>
          <p:cNvSpPr txBox="1"/>
          <p:nvPr/>
        </p:nvSpPr>
        <p:spPr>
          <a:xfrm>
            <a:off x="4097968" y="1507199"/>
            <a:ext cx="1933238" cy="331469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Proceed to inventory page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n w="9525" cap="rnd" cmpd="sng" algn="ctr">
                  <a:solidFill>
                    <a:srgbClr val="000000"/>
                  </a:solidFill>
                  <a:prstDash val="solid"/>
                  <a:beve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277966D-CDC5-1E85-B121-041EBE874CD1}"/>
              </a:ext>
            </a:extLst>
          </p:cNvPr>
          <p:cNvCxnSpPr>
            <a:cxnSpLocks/>
            <a:stCxn id="11" idx="1"/>
          </p:cNvCxnSpPr>
          <p:nvPr/>
        </p:nvCxnSpPr>
        <p:spPr>
          <a:xfrm flipH="1" flipV="1">
            <a:off x="3630930" y="2074342"/>
            <a:ext cx="611595" cy="1169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Box 2">
            <a:extLst>
              <a:ext uri="{FF2B5EF4-FFF2-40B4-BE49-F238E27FC236}">
                <a16:creationId xmlns:a16="http://schemas.microsoft.com/office/drawing/2014/main" id="{9A812715-A43D-FA1C-1626-38DDA55DA954}"/>
              </a:ext>
            </a:extLst>
          </p:cNvPr>
          <p:cNvSpPr txBox="1"/>
          <p:nvPr/>
        </p:nvSpPr>
        <p:spPr>
          <a:xfrm>
            <a:off x="4242525" y="2025605"/>
            <a:ext cx="1933238" cy="331469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Proceed to income page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n w="9525" cap="rnd" cmpd="sng" algn="ctr">
                  <a:solidFill>
                    <a:srgbClr val="000000"/>
                  </a:solidFill>
                  <a:prstDash val="solid"/>
                  <a:beve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2249BD0-DD29-42AD-D3E2-099F662F0946}"/>
              </a:ext>
            </a:extLst>
          </p:cNvPr>
          <p:cNvCxnSpPr>
            <a:cxnSpLocks/>
            <a:stCxn id="13" idx="1"/>
          </p:cNvCxnSpPr>
          <p:nvPr/>
        </p:nvCxnSpPr>
        <p:spPr>
          <a:xfrm flipH="1" flipV="1">
            <a:off x="3773424" y="2544011"/>
            <a:ext cx="554860" cy="2296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2">
            <a:extLst>
              <a:ext uri="{FF2B5EF4-FFF2-40B4-BE49-F238E27FC236}">
                <a16:creationId xmlns:a16="http://schemas.microsoft.com/office/drawing/2014/main" id="{0015A918-C4B0-4EA5-A2B2-D02E78E4C2DA}"/>
              </a:ext>
            </a:extLst>
          </p:cNvPr>
          <p:cNvSpPr txBox="1"/>
          <p:nvPr/>
        </p:nvSpPr>
        <p:spPr>
          <a:xfrm>
            <a:off x="4328284" y="2607946"/>
            <a:ext cx="1933238" cy="331469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Proceed to notification page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n w="9525" cap="rnd" cmpd="sng" algn="ctr">
                  <a:solidFill>
                    <a:srgbClr val="000000"/>
                  </a:solidFill>
                  <a:prstDash val="solid"/>
                  <a:beve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5" name="Text Box 2">
            <a:extLst>
              <a:ext uri="{FF2B5EF4-FFF2-40B4-BE49-F238E27FC236}">
                <a16:creationId xmlns:a16="http://schemas.microsoft.com/office/drawing/2014/main" id="{725A67A3-4FE2-D3CD-0909-5BE08D790FC1}"/>
              </a:ext>
            </a:extLst>
          </p:cNvPr>
          <p:cNvSpPr txBox="1"/>
          <p:nvPr/>
        </p:nvSpPr>
        <p:spPr>
          <a:xfrm>
            <a:off x="262252" y="675515"/>
            <a:ext cx="1933238" cy="275462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Return to home page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MY" sz="1100" kern="100" dirty="0">
                <a:ln w="9525" cap="rnd" cmpd="sng" algn="ctr">
                  <a:solidFill>
                    <a:srgbClr val="000000"/>
                  </a:solidFill>
                  <a:prstDash val="solid"/>
                  <a:beve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MY" sz="11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01307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649</TotalTime>
  <Words>558</Words>
  <Application>Microsoft Office PowerPoint</Application>
  <PresentationFormat>Widescreen</PresentationFormat>
  <Paragraphs>170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子鱼 刘</dc:creator>
  <cp:lastModifiedBy>子鱼 刘</cp:lastModifiedBy>
  <cp:revision>12</cp:revision>
  <dcterms:created xsi:type="dcterms:W3CDTF">2024-01-12T05:27:51Z</dcterms:created>
  <dcterms:modified xsi:type="dcterms:W3CDTF">2024-01-18T11:49:02Z</dcterms:modified>
</cp:coreProperties>
</file>